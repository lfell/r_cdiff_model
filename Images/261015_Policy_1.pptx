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202F-6166-5D4D-453B-17E62E6F3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9FCAC-1173-3029-414B-136AB20C9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AD36-907E-EBCE-DCDA-C864AF82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35744-BFF5-815A-0704-A78C9CDC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D4CD-E023-87F9-7C9D-2A6584A6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28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269C-6585-C60B-0666-C01448D0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7E08-0549-794A-3BA8-91DD7390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CB3B-7743-A155-B7F4-E5296AD0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BAB46-A681-3F81-6882-4B1A7CEB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62DA-3797-E1AD-2A02-F5A8475C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4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7FFE-B711-A9A9-FC0A-DD21EE30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3B6F8-A520-82A4-D630-158C9779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72832-2B50-B54A-E40F-72C8C97A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43C5-0A9A-F3A7-4E19-D85C83AB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576E-211F-BD8F-95DE-9BC8117A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7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F242-5586-AD1F-201D-C4EA9B5F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EE458-14BF-9C20-F4C9-DCA390122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9764A-6848-58B8-A825-848CCEBEB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4C2C3-96B6-3A52-7596-341266BA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CFE21-F557-4F53-FE77-A8FA0A06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86CAB-9EEC-DFE4-3102-062D9ABD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26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DAE5-E1EA-E212-F79B-87770ABE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076D9-77FD-B72F-4F49-3CFC610F8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FC51-7F33-E477-C065-0897449CC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ECA97-646D-F27C-2A6C-A16A4FBF3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7CB14-3DD4-1CAB-FAC3-20C27550C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27D07-7916-3B60-21ED-94F6EE6E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2C8D1C-2CFA-4BBA-28D2-3B22D0A1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E316C-B0EA-E695-1DC9-2492BD84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16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FF56-0C0B-5456-6776-720D875F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3F8C8-913A-BA07-BF74-3C8C23E9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AFC7C-B248-3A63-9B36-D17C6A55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C2691-5F3B-F12A-0DE9-D81E99F2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17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BAEA8-B5B6-6387-AD44-803335FD7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68126-9539-599E-9AB3-EF3F1C33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18B2C-9FFA-BDB0-3E4D-B82F1C0B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461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5E90-4E15-293D-EC3E-60AA80A3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701D-9E28-668D-9AA5-4C839081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2357F-8D25-55BD-6544-B302A0F1C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C03FD-F0A7-440F-7EA9-A1FF7363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8FE3D-9193-55BF-3B37-DDC1722A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CE1A-FC25-7C54-5F8B-176FB8B6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58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3A74-1225-B57C-3CA0-BD89BC80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6043B-29B2-FEED-5FBA-6B3DA24EF7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2C0FB-D0C4-AE42-C5F8-B11C2D518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4D46A-C13C-F45F-D05C-C893B325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829C6-87EA-A22D-2910-E7E79A11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3E5EA-E212-30C4-2CE7-C8A8C804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72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D56D-14CE-451D-9BFF-8B8806D9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C4E5D-C19F-E462-8B8F-0D7DF86C5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7B5E-CC23-4A0C-4E6C-50EDDE60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8C23-FD48-9592-4A79-0855169B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0E86E-420A-8379-53C2-CA4FE4A2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34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7EECF-61F8-342C-8801-D210BE106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D0833-CB16-8436-4933-08C071805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1C73-5ECF-6E7B-2BDA-5A168AF8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21C25-D88C-F8CC-7E89-DCCC4731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6CB7-5445-0DA3-0462-C40A50D1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7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13C4E-04D0-B27B-2837-E07DDCFB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3DA81-FFB7-F871-D4E3-66D3A9E29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F3115-582D-D857-0F1F-085D9897C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41FCA-7FEB-4326-9702-6682D248E13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94E15-32D6-B5A3-7ABD-786A3B831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FC176-98B8-59C7-7768-86D32FCFE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3BCFA-888C-4DB2-B825-636E80D8A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57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A5F8-9B12-EAE8-E153-41ACD021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A70532-6BCB-CEC8-82F9-9A5B158FE383}"/>
              </a:ext>
            </a:extLst>
          </p:cNvPr>
          <p:cNvSpPr txBox="1"/>
          <p:nvPr/>
        </p:nvSpPr>
        <p:spPr>
          <a:xfrm>
            <a:off x="915" y="234035"/>
            <a:ext cx="691908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EE4921-6F20-D6C0-CE94-3F1C17F128FD}"/>
              </a:ext>
            </a:extLst>
          </p:cNvPr>
          <p:cNvSpPr txBox="1"/>
          <p:nvPr/>
        </p:nvSpPr>
        <p:spPr>
          <a:xfrm>
            <a:off x="4960492" y="6054513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AB052D-A855-9F3E-FB8E-C86818253B31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CC3C2EE-71C4-7AF5-AA72-7A0DE1072839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D27065-725A-F12F-1561-C7955578AE69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20C88B-3F79-087C-0327-ECB0E2A67F48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A0CA333-645F-49DD-60DC-989BD920B253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A44DC1-16C7-0012-4997-64F29CB47023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DC3B6C-6461-13E9-B630-9552CE2D6FC7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43178D3-5213-5194-C3BB-03467592E8CE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17D64C-6511-6E2D-3577-2B37BACB24F8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15876AA-050E-8062-A01F-4B08854CF580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82929A8-D803-B478-4FDF-CC185C0E0009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171D0A-F452-8E1F-AA47-B0E374489370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138C3D-6981-722C-968E-E117838DDF13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337BFF-0694-D9AF-A580-B2E67AE66BF6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4F7605-0D0A-8BEB-D112-5CABC7BF5322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E26F6B-BC8F-DC45-36A0-84A6D1CF4313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56965A0-6E34-299B-AF20-1E503B0D0536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4E1682B-C86B-E423-C59A-6C2559DD5674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B37746-3769-AD07-D96A-0159AB0063A9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A12EC5C-36F9-24A4-1876-8FCB4D06DCEA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E61943-332E-51CC-42D0-32538F8DFD4F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58CDF1-A1C0-632A-FCB7-9C9488B4FC49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38710-D0C6-EAAC-4BD4-50EDDEC21D7A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A99FAD8E-8A63-6A82-DF67-FD55937AB734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123D9E-3A38-FB5C-57FA-E04744DED32E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8FC2447-B494-8FCF-1318-FDBD087AECAF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FF325C4-5790-6D18-7269-5EB622B6064D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87141AB-5F60-954F-80D3-DD6C9A5325EE}"/>
                </a:ext>
              </a:extLst>
            </p:cNvPr>
            <p:cNvGrpSpPr/>
            <p:nvPr/>
          </p:nvGrpSpPr>
          <p:grpSpPr>
            <a:xfrm>
              <a:off x="708325" y="5633739"/>
              <a:ext cx="575999" cy="576000"/>
              <a:chOff x="896085" y="5058934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A67D09F-4C17-8C89-2AE6-F462DE1FCEED}"/>
                  </a:ext>
                </a:extLst>
              </p:cNvPr>
              <p:cNvSpPr/>
              <p:nvPr/>
            </p:nvSpPr>
            <p:spPr>
              <a:xfrm>
                <a:off x="896085" y="5058934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891E3-69F1-98EA-873E-2E49CF998CB2}"/>
                  </a:ext>
                </a:extLst>
              </p:cNvPr>
              <p:cNvSpPr txBox="1"/>
              <p:nvPr/>
            </p:nvSpPr>
            <p:spPr>
              <a:xfrm flipH="1">
                <a:off x="1051434" y="5172398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A331DB3-3672-0013-B55C-7BA7A963BB51}"/>
                </a:ext>
              </a:extLst>
            </p:cNvPr>
            <p:cNvGrpSpPr/>
            <p:nvPr/>
          </p:nvGrpSpPr>
          <p:grpSpPr>
            <a:xfrm>
              <a:off x="1745690" y="5633739"/>
              <a:ext cx="575999" cy="576000"/>
              <a:chOff x="2310240" y="5058932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0AE40FEB-DE9F-6C7B-6928-46D3CE7BC40A}"/>
                  </a:ext>
                </a:extLst>
              </p:cNvPr>
              <p:cNvSpPr/>
              <p:nvPr/>
            </p:nvSpPr>
            <p:spPr>
              <a:xfrm>
                <a:off x="2310240" y="5058932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62F86DF-A2CC-FBC9-D0C6-FF9CD5546FFA}"/>
                  </a:ext>
                </a:extLst>
              </p:cNvPr>
              <p:cNvSpPr txBox="1"/>
              <p:nvPr/>
            </p:nvSpPr>
            <p:spPr>
              <a:xfrm>
                <a:off x="2449915" y="5188203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A6A1469-CBAC-CCE0-A97B-1A2D1C50F405}"/>
                </a:ext>
              </a:extLst>
            </p:cNvPr>
            <p:cNvGrpSpPr/>
            <p:nvPr/>
          </p:nvGrpSpPr>
          <p:grpSpPr>
            <a:xfrm>
              <a:off x="2795138" y="5628480"/>
              <a:ext cx="576000" cy="576000"/>
              <a:chOff x="3859213" y="5058931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A74D5AA-7785-91CF-0403-E2F2182B65D5}"/>
                  </a:ext>
                </a:extLst>
              </p:cNvPr>
              <p:cNvSpPr/>
              <p:nvPr/>
            </p:nvSpPr>
            <p:spPr>
              <a:xfrm>
                <a:off x="3859213" y="5058931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D407A7-F929-D104-1296-5B212DFC4760}"/>
                  </a:ext>
                </a:extLst>
              </p:cNvPr>
              <p:cNvSpPr txBox="1"/>
              <p:nvPr/>
            </p:nvSpPr>
            <p:spPr>
              <a:xfrm>
                <a:off x="4043567" y="5188202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5A9243-9124-A760-F748-572BC1DDD5A6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106F80A-145F-D5F2-23BF-7EC398B140C2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C14C519-0951-C09D-EB4C-E455F4A207FA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095890B-E512-7FC8-C227-E81CE16F0A64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96D1F7B-8C3A-7086-B0D1-BA1ED867782C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357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FEC11F3-0D85-1EA2-134E-37626C759C80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3576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55678CE0-578C-2728-2F57-719EACA2EEB5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2831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115EC87-151D-7B1C-F72E-3825C6AD95AF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16E831C-7AF5-7AB1-58FE-3899FE98BCAE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B2B86D2-F0F2-16FA-8B70-A6436B5A649D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487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6F06F69-162C-07EE-AC10-B5D34B5FDE6D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486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E1164F5-1155-CE45-DE2A-ACED8C52A382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5961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8DB57BF-2D22-57D2-7806-B1CC67D235F4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C2B5932-8DB8-597C-A0AC-CB1AC8DA3161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634536B-A2FA-C679-2130-BC2446BDCC92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10FE89BE-360B-CBFC-FBDD-F1705150D673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ABDF6E71-7BD3-6C2D-CC96-42F18ECDB6AE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3F52B5F-FCCA-D915-A9D5-0BEF8D2A1AF0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84B865C-C7CF-AAD1-E19B-BDB34C3C03F3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3D28C40-F6AF-59F6-459A-D9D40523DC5D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8E7F21-FD0B-F406-F57A-0626DC411DF4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B94ABE1-F5DD-86D6-58EC-9FE9D6845421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27E1F4C-A677-72B8-F424-DBAC2DE15647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FFBFB32-C456-8E60-1FAF-FB93872D8E90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408153" y="3186676"/>
              <a:ext cx="501991" cy="63302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DCB230-512A-B717-EB06-650C6E236096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6103F70-777E-1AB6-F72E-DDCA636A1C12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F83B038-8B16-2485-9299-DF80B859F207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01FFE0-BC3B-DBE5-08AA-ECAEA3110577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37E3EC-C531-03D8-2617-AD0ACADDFB6A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B28D41-75B2-FFF0-D1F9-00CC314C42CE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D7802C-5E8C-F7C9-7810-EA79773ACFEA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B58169-3BEF-253E-99A3-BF764503E5B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74C125E-6BD7-388E-8E2B-248B349F5140}"/>
                </a:ext>
              </a:extLst>
            </p:cNvPr>
            <p:cNvGrpSpPr/>
            <p:nvPr/>
          </p:nvGrpSpPr>
          <p:grpSpPr>
            <a:xfrm>
              <a:off x="3916507" y="3735343"/>
              <a:ext cx="580964" cy="576000"/>
              <a:chOff x="1708861" y="1090055"/>
              <a:chExt cx="36943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4FFE997-0757-AAD5-BE90-8316A5DA469C}"/>
                  </a:ext>
                </a:extLst>
              </p:cNvPr>
              <p:cNvSpPr/>
              <p:nvPr/>
            </p:nvSpPr>
            <p:spPr>
              <a:xfrm>
                <a:off x="1708861" y="109005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6BCDCB-B95A-7D6F-9A2C-10EC5DD30125}"/>
                  </a:ext>
                </a:extLst>
              </p:cNvPr>
              <p:cNvSpPr txBox="1"/>
              <p:nvPr/>
            </p:nvSpPr>
            <p:spPr>
              <a:xfrm>
                <a:off x="1726103" y="123223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A741C10-3C07-7FF8-39FA-E6716E90C77C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97471" y="3390323"/>
              <a:ext cx="497026" cy="65647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59BFB66-FB30-161C-48A2-982833FB74FE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E59703D-0B55-754D-48B5-7D69B7CEB9E4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311343"/>
              <a:ext cx="917722" cy="140149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AEECBFE-FC6D-1746-63D1-D858824D8013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318076" cy="183611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0BDC5AB-C422-2034-8217-D5F48F5A8B19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3997071-DBC4-A3D2-ADDC-B9A9A0E814A0}"/>
                </a:ext>
              </a:extLst>
            </p:cNvPr>
            <p:cNvSpPr txBox="1"/>
            <p:nvPr/>
          </p:nvSpPr>
          <p:spPr>
            <a:xfrm>
              <a:off x="3669327" y="4859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88D47AE-4620-40C3-DED7-1CE0C84F9B66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2F35E38-909F-BA19-1E86-AE98F0F0001E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64" name="Oval 63">
            <a:extLst>
              <a:ext uri="{FF2B5EF4-FFF2-40B4-BE49-F238E27FC236}">
                <a16:creationId xmlns:a16="http://schemas.microsoft.com/office/drawing/2014/main" id="{CBB7D30D-E0C0-7BB6-97F1-0DA8DFD7489E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BA30FD-286C-4538-0ABF-482082BE5E65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56D0C01-24F9-8319-FF5E-0328B9DB928B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3A1CC2-A4E1-473A-142B-E02553E66733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8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</cp:revision>
  <dcterms:created xsi:type="dcterms:W3CDTF">2026-10-15T17:49:14Z</dcterms:created>
  <dcterms:modified xsi:type="dcterms:W3CDTF">2026-10-15T17:50:26Z</dcterms:modified>
</cp:coreProperties>
</file>
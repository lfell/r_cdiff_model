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0563-24CE-AF14-B3BF-B7D6DC48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F33D6-931B-B869-A235-EBC5AC521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F2A95-557C-78AA-4006-5D84F42E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E12A4-B900-7E04-93D0-9CA1267EF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CCB20-00AD-56D4-3A2F-8A69D501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22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5C81-21D2-9F2E-918D-ADA55A727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70358-A5DA-996D-22D8-BA3822138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C036-463E-D843-6C9B-A3EA5518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C983F-5429-5926-FE22-52A41651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EDEFB-0C2D-2B9A-9555-BC8F5260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97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90CE-8C49-34BF-4BA7-FA95AB78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0A422-5E33-E2EA-5E12-381B8C179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1C20C-7B40-D72F-171F-AEAE62D3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7EBC3-A022-6CE3-ADCE-695F5C18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621E-564D-93D1-2DD7-7023E5BD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66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53DE-EEBE-95D3-1001-85FC7A77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0B616-9EDE-19B0-A27C-D557D6823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9A39F-0ECE-AEEC-D53C-162E66CCE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42535-1B88-7068-31EE-534D2F7D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9D03E-5986-780B-99AE-2C282263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D4723-0864-A8B6-A1CE-C7D81738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89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9876-B314-2011-D9F0-F636197E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6B7D9-FAC3-ED06-F777-FE6DD8F6C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D2970-EE7F-EBD0-18F4-2D47B9221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33323-9E4F-30AA-3658-2C18B46073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86809-74F6-543E-7DE5-B6B18A38A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C83DC1-A6E4-A3C6-ED15-C950D709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3AEA79-45F1-B87D-627D-DDF639EA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3570AA-AC76-D2A9-B813-91B8E618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7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81E9B-E75D-DE66-6112-220E69A0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51DB3-6C70-8714-6895-F7460513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3642E-EE27-0805-6796-6EBE01D4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EE686-DD9B-3502-B1A6-A5ED895F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42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65D1F-A47F-3EFD-C9CB-5AF363C85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2B6BB-A672-5311-10F0-5F50221EB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05F19-E49A-79EE-B18F-AE44240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61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5188-58C9-5745-09CD-E3312DF5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BD4AA-28F0-B8F8-B760-C2892CD36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28672-996A-E130-6678-08137F0A5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FF5A0-A84A-B8F6-7480-4EEA9FA9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6CEAF-C579-A403-559C-8AD28FEF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410FA-7217-4167-4471-FA686D9B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63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792E8-6261-DDC4-E354-0F0B8934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714B5E-DA29-4A7E-1B96-1DAED14F8A4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304B3-1B46-9B5B-87C4-D46DA2FCF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D340-6034-C38A-46BE-FA4BFED0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3EF85-3B68-0B78-180F-96A849E7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7837E-0997-052E-4B4A-FF3AF05F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430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3079-DA51-5950-438E-5B06F08B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B60C-59CC-0777-C59F-6B53A3190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D48EC-6E9D-3FED-2F7F-8BF8DD383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9F2A5-C050-1F2D-EFE3-6228CCEDA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BD6F0-2CBF-952F-356F-D0B8A5F9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770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9726EA-9A9D-2AB8-5108-A043F99C0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AA089-7235-6D48-7380-2870E4711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2466C-6D38-7767-C4B8-90682774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C88AC-0E51-84D0-BE86-11488BE1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91F63-BF89-26E5-E507-29CF5860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676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6206C4-B296-8AD3-703D-93A6916A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1EA81-0270-6454-CBBA-4EB1C2436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2E0DA-07F5-91B9-EC7A-ECF866206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80CC2-B36A-431D-94A5-D602AC3C735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E5CCE-D412-0A9F-0FFB-424617108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1A5DC-4701-C68C-6887-539BDB68D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A53B3-4CC0-4B7E-9037-4A13B44955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19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FA0E-A584-0E99-24E5-E7DD5461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15D5A2D-0424-9DF9-6BCE-D7FE6EB62E5F}"/>
              </a:ext>
            </a:extLst>
          </p:cNvPr>
          <p:cNvCxnSpPr>
            <a:cxnSpLocks/>
            <a:stCxn id="22" idx="2"/>
            <a:endCxn id="124" idx="5"/>
          </p:cNvCxnSpPr>
          <p:nvPr/>
        </p:nvCxnSpPr>
        <p:spPr>
          <a:xfrm flipH="1" flipV="1">
            <a:off x="3886431" y="2026716"/>
            <a:ext cx="1470854" cy="232116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E021C7-FB79-01B8-5900-97523368506E}"/>
              </a:ext>
            </a:extLst>
          </p:cNvPr>
          <p:cNvSpPr txBox="1"/>
          <p:nvPr/>
        </p:nvSpPr>
        <p:spPr>
          <a:xfrm>
            <a:off x="0" y="156870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2: Isolate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 and T</a:t>
            </a:r>
            <a:r>
              <a:rPr lang="en-GB" sz="1400" baseline="-25000" dirty="0"/>
              <a:t>2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22C79C-C751-7E26-80E1-CD8D62D36C91}"/>
              </a:ext>
            </a:extLst>
          </p:cNvPr>
          <p:cNvSpPr txBox="1"/>
          <p:nvPr/>
        </p:nvSpPr>
        <p:spPr>
          <a:xfrm>
            <a:off x="4994497" y="6071794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E0B6700-DE69-3824-DA11-19CEB9E18B49}"/>
              </a:ext>
            </a:extLst>
          </p:cNvPr>
          <p:cNvSpPr txBox="1"/>
          <p:nvPr/>
        </p:nvSpPr>
        <p:spPr>
          <a:xfrm>
            <a:off x="415889" y="5169460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ABCB13-F046-A8C2-A6D5-70227BC785B4}"/>
              </a:ext>
            </a:extLst>
          </p:cNvPr>
          <p:cNvSpPr/>
          <p:nvPr/>
        </p:nvSpPr>
        <p:spPr>
          <a:xfrm>
            <a:off x="546115" y="982010"/>
            <a:ext cx="6156529" cy="412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597402-397C-97DE-5B2F-A962F5B69AFC}"/>
              </a:ext>
            </a:extLst>
          </p:cNvPr>
          <p:cNvGrpSpPr/>
          <p:nvPr/>
        </p:nvGrpSpPr>
        <p:grpSpPr>
          <a:xfrm>
            <a:off x="708332" y="3020356"/>
            <a:ext cx="575999" cy="576000"/>
            <a:chOff x="2181846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9CFBDCC-A4C3-BF17-EEEE-748F0E4DE7CB}"/>
                </a:ext>
              </a:extLst>
            </p:cNvPr>
            <p:cNvSpPr/>
            <p:nvPr/>
          </p:nvSpPr>
          <p:spPr>
            <a:xfrm>
              <a:off x="2181846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CC6BE9-A168-5467-5D79-BA3C236BE178}"/>
                </a:ext>
              </a:extLst>
            </p:cNvPr>
            <p:cNvSpPr txBox="1"/>
            <p:nvPr/>
          </p:nvSpPr>
          <p:spPr>
            <a:xfrm flipH="1">
              <a:off x="2273076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S</a:t>
              </a:r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ACA438F-3299-B0BF-26E8-AE1C70027D4A}"/>
              </a:ext>
            </a:extLst>
          </p:cNvPr>
          <p:cNvGrpSpPr/>
          <p:nvPr/>
        </p:nvGrpSpPr>
        <p:grpSpPr>
          <a:xfrm>
            <a:off x="1751735" y="3020354"/>
            <a:ext cx="575999" cy="576000"/>
            <a:chOff x="2370102" y="2176637"/>
            <a:chExt cx="575999" cy="576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9B710A2-A81D-EAAC-CAE1-23EE4458A9CC}"/>
                </a:ext>
              </a:extLst>
            </p:cNvPr>
            <p:cNvSpPr/>
            <p:nvPr/>
          </p:nvSpPr>
          <p:spPr>
            <a:xfrm>
              <a:off x="2370102" y="2176637"/>
              <a:ext cx="575999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253B0D-21E7-9655-3338-01D2D60B1E8B}"/>
                </a:ext>
              </a:extLst>
            </p:cNvPr>
            <p:cNvSpPr txBox="1"/>
            <p:nvPr/>
          </p:nvSpPr>
          <p:spPr>
            <a:xfrm>
              <a:off x="2509777" y="2305908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C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85643E6-974A-7903-6BF8-9998CA0F0C76}"/>
              </a:ext>
            </a:extLst>
          </p:cNvPr>
          <p:cNvGrpSpPr/>
          <p:nvPr/>
        </p:nvGrpSpPr>
        <p:grpSpPr>
          <a:xfrm>
            <a:off x="2795138" y="3020353"/>
            <a:ext cx="576000" cy="576000"/>
            <a:chOff x="5405530" y="2176637"/>
            <a:chExt cx="576000" cy="576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2AE6C5-1EF9-9D1B-1B31-A34B9D10BCBD}"/>
                </a:ext>
              </a:extLst>
            </p:cNvPr>
            <p:cNvSpPr/>
            <p:nvPr/>
          </p:nvSpPr>
          <p:spPr>
            <a:xfrm>
              <a:off x="5405530" y="2176637"/>
              <a:ext cx="576000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D09B25-2091-9520-8925-16F07DDF85A4}"/>
                </a:ext>
              </a:extLst>
            </p:cNvPr>
            <p:cNvSpPr txBox="1"/>
            <p:nvPr/>
          </p:nvSpPr>
          <p:spPr>
            <a:xfrm>
              <a:off x="5589884" y="2305908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</a:t>
              </a:r>
              <a:endParaRPr lang="en-US" sz="16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23A3B2-03B1-ABAF-85FB-26570901FB1C}"/>
              </a:ext>
            </a:extLst>
          </p:cNvPr>
          <p:cNvCxnSpPr>
            <a:cxnSpLocks/>
            <a:stCxn id="4" idx="7"/>
            <a:endCxn id="8" idx="1"/>
          </p:cNvCxnSpPr>
          <p:nvPr/>
        </p:nvCxnSpPr>
        <p:spPr>
          <a:xfrm flipV="1">
            <a:off x="1199978" y="3104707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BD0901-61C3-60DF-D0FC-5A9D1FF480A9}"/>
              </a:ext>
            </a:extLst>
          </p:cNvPr>
          <p:cNvCxnSpPr>
            <a:cxnSpLocks/>
            <a:stCxn id="8" idx="7"/>
            <a:endCxn id="11" idx="1"/>
          </p:cNvCxnSpPr>
          <p:nvPr/>
        </p:nvCxnSpPr>
        <p:spPr>
          <a:xfrm flipV="1">
            <a:off x="2243381" y="3104706"/>
            <a:ext cx="636110" cy="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D97C982-8767-02D9-F3DF-0550133F19CC}"/>
              </a:ext>
            </a:extLst>
          </p:cNvPr>
          <p:cNvSpPr txBox="1"/>
          <p:nvPr/>
        </p:nvSpPr>
        <p:spPr>
          <a:xfrm>
            <a:off x="2381413" y="3008532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09C936-E8CD-D721-F876-C04771DF0273}"/>
              </a:ext>
            </a:extLst>
          </p:cNvPr>
          <p:cNvSpPr txBox="1"/>
          <p:nvPr/>
        </p:nvSpPr>
        <p:spPr>
          <a:xfrm>
            <a:off x="1375024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λ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2A93EE0-7879-1115-246A-DB79053549A6}"/>
              </a:ext>
            </a:extLst>
          </p:cNvPr>
          <p:cNvCxnSpPr>
            <a:cxnSpLocks/>
            <a:stCxn id="4" idx="5"/>
            <a:endCxn id="8" idx="3"/>
          </p:cNvCxnSpPr>
          <p:nvPr/>
        </p:nvCxnSpPr>
        <p:spPr>
          <a:xfrm flipV="1">
            <a:off x="1199978" y="3512001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409D64F-AE1C-49CF-B9C3-A5BA33F25F16}"/>
              </a:ext>
            </a:extLst>
          </p:cNvPr>
          <p:cNvSpPr txBox="1"/>
          <p:nvPr/>
        </p:nvSpPr>
        <p:spPr>
          <a:xfrm>
            <a:off x="1365150" y="341785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9072A9-DA03-E9AC-120C-AE946DDABEB4}"/>
              </a:ext>
            </a:extLst>
          </p:cNvPr>
          <p:cNvGrpSpPr/>
          <p:nvPr/>
        </p:nvGrpSpPr>
        <p:grpSpPr>
          <a:xfrm>
            <a:off x="4910144" y="3026161"/>
            <a:ext cx="604198" cy="576000"/>
            <a:chOff x="1659284" y="1019175"/>
            <a:chExt cx="384205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C12B3D-B1F1-B6DB-3AD8-538C29D46B69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B911C6D-7D9B-09E2-A0EC-F661A4C720E4}"/>
                </a:ext>
              </a:extLst>
            </p:cNvPr>
            <p:cNvSpPr txBox="1"/>
            <p:nvPr/>
          </p:nvSpPr>
          <p:spPr>
            <a:xfrm>
              <a:off x="1691300" y="114844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test</a:t>
              </a:r>
              <a:endParaRPr lang="en-US" sz="1600" baseline="-250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872675-FF88-21BA-C67C-904EDE38BBB9}"/>
              </a:ext>
            </a:extLst>
          </p:cNvPr>
          <p:cNvCxnSpPr>
            <a:cxnSpLocks/>
            <a:stCxn id="11" idx="7"/>
            <a:endCxn id="15" idx="1"/>
          </p:cNvCxnSpPr>
          <p:nvPr/>
        </p:nvCxnSpPr>
        <p:spPr>
          <a:xfrm>
            <a:off x="3286785" y="3104706"/>
            <a:ext cx="1707712" cy="5808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39A6EE-10B6-0505-4A7C-D407225A1887}"/>
              </a:ext>
            </a:extLst>
          </p:cNvPr>
          <p:cNvSpPr txBox="1"/>
          <p:nvPr/>
        </p:nvSpPr>
        <p:spPr>
          <a:xfrm>
            <a:off x="4388578" y="3026116"/>
            <a:ext cx="24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γ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BA01EDE-330E-3D60-DD80-AA893FA05B87}"/>
              </a:ext>
            </a:extLst>
          </p:cNvPr>
          <p:cNvCxnSpPr>
            <a:cxnSpLocks/>
            <a:stCxn id="71" idx="0"/>
            <a:endCxn id="4" idx="0"/>
          </p:cNvCxnSpPr>
          <p:nvPr/>
        </p:nvCxnSpPr>
        <p:spPr>
          <a:xfrm rot="16200000" flipH="1" flipV="1">
            <a:off x="3002221" y="-243857"/>
            <a:ext cx="1258324" cy="5270102"/>
          </a:xfrm>
          <a:prstGeom prst="bentConnector3">
            <a:avLst>
              <a:gd name="adj1" fmla="val -2733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30279A7-F095-16C1-E300-CE87520E2DFF}"/>
              </a:ext>
            </a:extLst>
          </p:cNvPr>
          <p:cNvSpPr txBox="1"/>
          <p:nvPr/>
        </p:nvSpPr>
        <p:spPr>
          <a:xfrm>
            <a:off x="6016429" y="2484032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828A74-FAE0-F1DD-C045-45007612CE6E}"/>
              </a:ext>
            </a:extLst>
          </p:cNvPr>
          <p:cNvSpPr txBox="1"/>
          <p:nvPr/>
        </p:nvSpPr>
        <p:spPr>
          <a:xfrm>
            <a:off x="645728" y="1022430"/>
            <a:ext cx="152265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Hospital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296EAB-0E65-19AE-6815-836B8E75884A}"/>
              </a:ext>
            </a:extLst>
          </p:cNvPr>
          <p:cNvSpPr/>
          <p:nvPr/>
        </p:nvSpPr>
        <p:spPr>
          <a:xfrm>
            <a:off x="546115" y="5577901"/>
            <a:ext cx="6153573" cy="10398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9CD096-1E4E-D67B-A39D-2FC015205160}"/>
              </a:ext>
            </a:extLst>
          </p:cNvPr>
          <p:cNvGrpSpPr/>
          <p:nvPr/>
        </p:nvGrpSpPr>
        <p:grpSpPr>
          <a:xfrm>
            <a:off x="708325" y="5757247"/>
            <a:ext cx="575999" cy="576000"/>
            <a:chOff x="896085" y="5054957"/>
            <a:chExt cx="575999" cy="576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6CC07AF-7AF7-720F-11CC-8B6003A37FD0}"/>
                </a:ext>
              </a:extLst>
            </p:cNvPr>
            <p:cNvSpPr/>
            <p:nvPr/>
          </p:nvSpPr>
          <p:spPr>
            <a:xfrm>
              <a:off x="896085" y="5054957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A6908F9-4EB1-A368-A039-323C8B3BDFC4}"/>
                </a:ext>
              </a:extLst>
            </p:cNvPr>
            <p:cNvSpPr txBox="1"/>
            <p:nvPr/>
          </p:nvSpPr>
          <p:spPr>
            <a:xfrm flipH="1">
              <a:off x="1051434" y="5168421"/>
              <a:ext cx="265206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5332D08-31FE-2C0D-3C31-804CF0BD0E26}"/>
              </a:ext>
            </a:extLst>
          </p:cNvPr>
          <p:cNvGrpSpPr/>
          <p:nvPr/>
        </p:nvGrpSpPr>
        <p:grpSpPr>
          <a:xfrm>
            <a:off x="1745690" y="5757247"/>
            <a:ext cx="575999" cy="576000"/>
            <a:chOff x="2310240" y="5054955"/>
            <a:chExt cx="575999" cy="576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985C081-0A65-B0E0-5BCB-F0A7CC2D59A9}"/>
                </a:ext>
              </a:extLst>
            </p:cNvPr>
            <p:cNvSpPr/>
            <p:nvPr/>
          </p:nvSpPr>
          <p:spPr>
            <a:xfrm>
              <a:off x="2310240" y="5054955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0D4DD7-EBE6-1201-8AC7-A493A1451F75}"/>
                </a:ext>
              </a:extLst>
            </p:cNvPr>
            <p:cNvSpPr txBox="1"/>
            <p:nvPr/>
          </p:nvSpPr>
          <p:spPr>
            <a:xfrm>
              <a:off x="2449915" y="5184226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BF1043B-E5D8-6376-E481-52051867DA49}"/>
              </a:ext>
            </a:extLst>
          </p:cNvPr>
          <p:cNvGrpSpPr/>
          <p:nvPr/>
        </p:nvGrpSpPr>
        <p:grpSpPr>
          <a:xfrm>
            <a:off x="2795138" y="5751988"/>
            <a:ext cx="576000" cy="576000"/>
            <a:chOff x="3859213" y="5054954"/>
            <a:chExt cx="576000" cy="576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98A87F2-9403-EC08-0C20-4AF7938AA085}"/>
                </a:ext>
              </a:extLst>
            </p:cNvPr>
            <p:cNvSpPr/>
            <p:nvPr/>
          </p:nvSpPr>
          <p:spPr>
            <a:xfrm>
              <a:off x="3859213" y="5054954"/>
              <a:ext cx="576000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8B45630-4784-0611-FBA7-DE1AC9DE45C2}"/>
                </a:ext>
              </a:extLst>
            </p:cNvPr>
            <p:cNvSpPr txBox="1"/>
            <p:nvPr/>
          </p:nvSpPr>
          <p:spPr>
            <a:xfrm>
              <a:off x="4043567" y="5184225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96312463-FE40-4872-6F6C-C2192B489CDC}"/>
              </a:ext>
            </a:extLst>
          </p:cNvPr>
          <p:cNvSpPr txBox="1"/>
          <p:nvPr/>
        </p:nvSpPr>
        <p:spPr>
          <a:xfrm>
            <a:off x="970141" y="5158164"/>
            <a:ext cx="484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70F3071-B696-8788-41CA-905A34DBDF09}"/>
              </a:ext>
            </a:extLst>
          </p:cNvPr>
          <p:cNvSpPr txBox="1"/>
          <p:nvPr/>
        </p:nvSpPr>
        <p:spPr>
          <a:xfrm>
            <a:off x="2012786" y="5154027"/>
            <a:ext cx="39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352A68F-77E4-F0DE-EC9E-12212CE03311}"/>
              </a:ext>
            </a:extLst>
          </p:cNvPr>
          <p:cNvSpPr txBox="1"/>
          <p:nvPr/>
        </p:nvSpPr>
        <p:spPr>
          <a:xfrm>
            <a:off x="3055499" y="5158164"/>
            <a:ext cx="361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AC43F77-D0F6-9CEF-7099-AF5910B42EFF}"/>
              </a:ext>
            </a:extLst>
          </p:cNvPr>
          <p:cNvSpPr txBox="1"/>
          <p:nvPr/>
        </p:nvSpPr>
        <p:spPr>
          <a:xfrm>
            <a:off x="5650447" y="5149195"/>
            <a:ext cx="68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432A4CD-D718-D117-5AEA-FCC6C98943DD}"/>
              </a:ext>
            </a:extLst>
          </p:cNvPr>
          <p:cNvCxnSpPr>
            <a:cxnSpLocks/>
            <a:stCxn id="56" idx="1"/>
            <a:endCxn id="4" idx="3"/>
          </p:cNvCxnSpPr>
          <p:nvPr/>
        </p:nvCxnSpPr>
        <p:spPr>
          <a:xfrm flipV="1">
            <a:off x="792678" y="3512003"/>
            <a:ext cx="7" cy="232959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A36A228-BCF4-C83A-EF58-1DB410171796}"/>
              </a:ext>
            </a:extLst>
          </p:cNvPr>
          <p:cNvCxnSpPr>
            <a:cxnSpLocks/>
            <a:stCxn id="61" idx="1"/>
            <a:endCxn id="8" idx="3"/>
          </p:cNvCxnSpPr>
          <p:nvPr/>
        </p:nvCxnSpPr>
        <p:spPr>
          <a:xfrm flipV="1">
            <a:off x="1830043" y="3512001"/>
            <a:ext cx="6045" cy="232959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1DFA5F7-F0D2-B05C-44A7-DAED5E6443A5}"/>
              </a:ext>
            </a:extLst>
          </p:cNvPr>
          <p:cNvCxnSpPr>
            <a:cxnSpLocks/>
            <a:stCxn id="65" idx="1"/>
            <a:endCxn id="11" idx="3"/>
          </p:cNvCxnSpPr>
          <p:nvPr/>
        </p:nvCxnSpPr>
        <p:spPr>
          <a:xfrm flipV="1">
            <a:off x="2879491" y="3512000"/>
            <a:ext cx="0" cy="232434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BD9141F-DB76-A7B5-4108-3960B76A68D3}"/>
              </a:ext>
            </a:extLst>
          </p:cNvPr>
          <p:cNvSpPr txBox="1"/>
          <p:nvPr/>
        </p:nvSpPr>
        <p:spPr>
          <a:xfrm>
            <a:off x="1449744" y="5131936"/>
            <a:ext cx="446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50C9E2A-BE36-C1AF-67EB-A889276B9665}"/>
              </a:ext>
            </a:extLst>
          </p:cNvPr>
          <p:cNvSpPr txBox="1"/>
          <p:nvPr/>
        </p:nvSpPr>
        <p:spPr>
          <a:xfrm>
            <a:off x="2549140" y="5158164"/>
            <a:ext cx="361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66F2018-2D40-0B5E-CE21-D3358764F474}"/>
              </a:ext>
            </a:extLst>
          </p:cNvPr>
          <p:cNvCxnSpPr>
            <a:cxnSpLocks/>
            <a:stCxn id="8" idx="4"/>
            <a:endCxn id="61" idx="0"/>
          </p:cNvCxnSpPr>
          <p:nvPr/>
        </p:nvCxnSpPr>
        <p:spPr>
          <a:xfrm flipH="1">
            <a:off x="2033690" y="3596354"/>
            <a:ext cx="6045" cy="2160893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4A2DE3A-5A6C-6953-D8A6-031C7D6FC10B}"/>
              </a:ext>
            </a:extLst>
          </p:cNvPr>
          <p:cNvCxnSpPr>
            <a:cxnSpLocks/>
          </p:cNvCxnSpPr>
          <p:nvPr/>
        </p:nvCxnSpPr>
        <p:spPr>
          <a:xfrm flipH="1">
            <a:off x="996325" y="3751413"/>
            <a:ext cx="7" cy="216089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B510815-EFE2-A668-59F0-8B6ECD69CB81}"/>
              </a:ext>
            </a:extLst>
          </p:cNvPr>
          <p:cNvCxnSpPr>
            <a:cxnSpLocks/>
            <a:stCxn id="11" idx="4"/>
            <a:endCxn id="65" idx="0"/>
          </p:cNvCxnSpPr>
          <p:nvPr/>
        </p:nvCxnSpPr>
        <p:spPr>
          <a:xfrm>
            <a:off x="3083138" y="3596353"/>
            <a:ext cx="0" cy="215563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BE26651-CB18-16B5-F54B-73AC908EA95E}"/>
              </a:ext>
            </a:extLst>
          </p:cNvPr>
          <p:cNvGrpSpPr/>
          <p:nvPr/>
        </p:nvGrpSpPr>
        <p:grpSpPr>
          <a:xfrm>
            <a:off x="3394785" y="1535069"/>
            <a:ext cx="575999" cy="576000"/>
            <a:chOff x="2292594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93E078AD-6CB2-9CD4-E6C7-C4DA4A80AF3A}"/>
                </a:ext>
              </a:extLst>
            </p:cNvPr>
            <p:cNvSpPr/>
            <p:nvPr/>
          </p:nvSpPr>
          <p:spPr>
            <a:xfrm>
              <a:off x="2292594" y="1019175"/>
              <a:ext cx="366273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4C0FFF7-B140-7DB0-EC8B-91395728FD49}"/>
                </a:ext>
              </a:extLst>
            </p:cNvPr>
            <p:cNvSpPr txBox="1"/>
            <p:nvPr/>
          </p:nvSpPr>
          <p:spPr>
            <a:xfrm flipH="1">
              <a:off x="2391379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</a:t>
              </a:r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146CB9C-716E-3AA0-C54C-8DD50F227C6A}"/>
              </a:ext>
            </a:extLst>
          </p:cNvPr>
          <p:cNvCxnSpPr>
            <a:cxnSpLocks/>
            <a:stCxn id="11" idx="0"/>
            <a:endCxn id="124" idx="4"/>
          </p:cNvCxnSpPr>
          <p:nvPr/>
        </p:nvCxnSpPr>
        <p:spPr>
          <a:xfrm flipV="1">
            <a:off x="3083138" y="2111069"/>
            <a:ext cx="599647" cy="90928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CFCBF25-3475-EC4A-3BAD-C555E3932FB4}"/>
              </a:ext>
            </a:extLst>
          </p:cNvPr>
          <p:cNvCxnSpPr>
            <a:cxnSpLocks/>
            <a:stCxn id="4" idx="0"/>
            <a:endCxn id="124" idx="2"/>
          </p:cNvCxnSpPr>
          <p:nvPr/>
        </p:nvCxnSpPr>
        <p:spPr>
          <a:xfrm flipV="1">
            <a:off x="996326" y="1823069"/>
            <a:ext cx="2398459" cy="11972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D1BDCE0-BB2F-1082-EA77-EBC16958B2F1}"/>
              </a:ext>
            </a:extLst>
          </p:cNvPr>
          <p:cNvCxnSpPr>
            <a:cxnSpLocks/>
            <a:stCxn id="8" idx="0"/>
            <a:endCxn id="124" idx="3"/>
          </p:cNvCxnSpPr>
          <p:nvPr/>
        </p:nvCxnSpPr>
        <p:spPr>
          <a:xfrm flipV="1">
            <a:off x="2039735" y="2026716"/>
            <a:ext cx="1439403" cy="99363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B1ED624-7EF6-1B88-82BF-A84848428870}"/>
              </a:ext>
            </a:extLst>
          </p:cNvPr>
          <p:cNvCxnSpPr>
            <a:cxnSpLocks/>
            <a:stCxn id="15" idx="0"/>
            <a:endCxn id="124" idx="6"/>
          </p:cNvCxnSpPr>
          <p:nvPr/>
        </p:nvCxnSpPr>
        <p:spPr>
          <a:xfrm flipH="1" flipV="1">
            <a:off x="3970784" y="1823069"/>
            <a:ext cx="1227359" cy="120309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9CD8D4F7-01D5-9CE4-8EE3-8AC7084DCA49}"/>
              </a:ext>
            </a:extLst>
          </p:cNvPr>
          <p:cNvSpPr txBox="1"/>
          <p:nvPr/>
        </p:nvSpPr>
        <p:spPr>
          <a:xfrm>
            <a:off x="1770842" y="2136619"/>
            <a:ext cx="550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E4A600D-EF80-0C16-84D3-6DD6DA7610BE}"/>
              </a:ext>
            </a:extLst>
          </p:cNvPr>
          <p:cNvSpPr txBox="1"/>
          <p:nvPr/>
        </p:nvSpPr>
        <p:spPr>
          <a:xfrm>
            <a:off x="2485878" y="2136619"/>
            <a:ext cx="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7218951-9B56-0CF5-5B19-D78E7306F354}"/>
              </a:ext>
            </a:extLst>
          </p:cNvPr>
          <p:cNvSpPr txBox="1"/>
          <p:nvPr/>
        </p:nvSpPr>
        <p:spPr>
          <a:xfrm>
            <a:off x="3094850" y="2136619"/>
            <a:ext cx="403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DDE421D-6F11-7DE1-04C5-C5463F7577FF}"/>
              </a:ext>
            </a:extLst>
          </p:cNvPr>
          <p:cNvSpPr txBox="1"/>
          <p:nvPr/>
        </p:nvSpPr>
        <p:spPr>
          <a:xfrm>
            <a:off x="4487612" y="2136619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Xtest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B564359-1922-F56A-7654-EECB56FB6301}"/>
              </a:ext>
            </a:extLst>
          </p:cNvPr>
          <p:cNvCxnSpPr>
            <a:cxnSpLocks/>
            <a:stCxn id="47" idx="7"/>
            <a:endCxn id="15" idx="2"/>
          </p:cNvCxnSpPr>
          <p:nvPr/>
        </p:nvCxnSpPr>
        <p:spPr>
          <a:xfrm flipV="1">
            <a:off x="4330187" y="3314161"/>
            <a:ext cx="579957" cy="80068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C2B4E8B-2CC8-43FB-25B0-C264B6E6662D}"/>
              </a:ext>
            </a:extLst>
          </p:cNvPr>
          <p:cNvSpPr txBox="1"/>
          <p:nvPr/>
        </p:nvSpPr>
        <p:spPr>
          <a:xfrm>
            <a:off x="4362033" y="3507136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π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B25457-C5D2-DBB3-929D-645FC1FED2B0}"/>
              </a:ext>
            </a:extLst>
          </p:cNvPr>
          <p:cNvGrpSpPr/>
          <p:nvPr/>
        </p:nvGrpSpPr>
        <p:grpSpPr>
          <a:xfrm>
            <a:off x="5981744" y="3019627"/>
            <a:ext cx="635630" cy="576000"/>
            <a:chOff x="1659284" y="1019175"/>
            <a:chExt cx="404191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F74B390-63A7-5C57-3933-6C7700BE062C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7B0395-9E1E-546F-26B7-17CB0CF24D2B}"/>
                </a:ext>
              </a:extLst>
            </p:cNvPr>
            <p:cNvSpPr txBox="1"/>
            <p:nvPr/>
          </p:nvSpPr>
          <p:spPr>
            <a:xfrm>
              <a:off x="1681340" y="1149172"/>
              <a:ext cx="38213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treat</a:t>
              </a:r>
              <a:endParaRPr lang="en-US" sz="1600" baseline="-250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4BB99C1-B8E3-63F2-91E3-309390AE908C}"/>
              </a:ext>
            </a:extLst>
          </p:cNvPr>
          <p:cNvSpPr txBox="1"/>
          <p:nvPr/>
        </p:nvSpPr>
        <p:spPr>
          <a:xfrm>
            <a:off x="5449054" y="3474383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θ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795560-CB7B-4932-CE85-BFF93EE10E16}"/>
              </a:ext>
            </a:extLst>
          </p:cNvPr>
          <p:cNvCxnSpPr>
            <a:cxnSpLocks/>
            <a:stCxn id="15" idx="5"/>
            <a:endCxn id="22" idx="0"/>
          </p:cNvCxnSpPr>
          <p:nvPr/>
        </p:nvCxnSpPr>
        <p:spPr>
          <a:xfrm>
            <a:off x="5401789" y="3517808"/>
            <a:ext cx="243495" cy="542075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989643C-0575-9C0B-050B-5287EBCF6508}"/>
              </a:ext>
            </a:extLst>
          </p:cNvPr>
          <p:cNvCxnSpPr>
            <a:cxnSpLocks/>
            <a:stCxn id="13" idx="0"/>
            <a:endCxn id="124" idx="7"/>
          </p:cNvCxnSpPr>
          <p:nvPr/>
        </p:nvCxnSpPr>
        <p:spPr>
          <a:xfrm flipH="1" flipV="1">
            <a:off x="3886431" y="1619422"/>
            <a:ext cx="2383313" cy="140020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222F2C9-4303-BA30-D0DD-D46C8DF9296D}"/>
              </a:ext>
            </a:extLst>
          </p:cNvPr>
          <p:cNvSpPr txBox="1"/>
          <p:nvPr/>
        </p:nvSpPr>
        <p:spPr>
          <a:xfrm>
            <a:off x="5166456" y="2136619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D85E30-1337-EEA6-258A-39C5DBF3E5F9}"/>
              </a:ext>
            </a:extLst>
          </p:cNvPr>
          <p:cNvGrpSpPr/>
          <p:nvPr/>
        </p:nvGrpSpPr>
        <p:grpSpPr>
          <a:xfrm>
            <a:off x="3838542" y="4030489"/>
            <a:ext cx="580963" cy="576000"/>
            <a:chOff x="1659284" y="1019175"/>
            <a:chExt cx="369430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C7C7616-F50C-354B-D34E-C683BB5283ED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FD931C0-18E9-0021-D7C4-CD507DF1CAD0}"/>
                </a:ext>
              </a:extLst>
            </p:cNvPr>
            <p:cNvSpPr txBox="1"/>
            <p:nvPr/>
          </p:nvSpPr>
          <p:spPr>
            <a:xfrm>
              <a:off x="1676525" y="1161355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FN</a:t>
              </a:r>
              <a:endParaRPr lang="en-US" sz="1600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85EB895-D961-0B8E-9FAB-CE37E2F3E33B}"/>
              </a:ext>
            </a:extLst>
          </p:cNvPr>
          <p:cNvCxnSpPr>
            <a:cxnSpLocks/>
            <a:stCxn id="15" idx="3"/>
            <a:endCxn id="48" idx="3"/>
          </p:cNvCxnSpPr>
          <p:nvPr/>
        </p:nvCxnSpPr>
        <p:spPr>
          <a:xfrm flipH="1">
            <a:off x="4419505" y="3517808"/>
            <a:ext cx="574992" cy="824138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0570DA6-C28B-B3E4-295A-B31C68E47E49}"/>
              </a:ext>
            </a:extLst>
          </p:cNvPr>
          <p:cNvSpPr txBox="1"/>
          <p:nvPr/>
        </p:nvSpPr>
        <p:spPr>
          <a:xfrm>
            <a:off x="4568250" y="3911357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613FDCF-D547-1ACE-C146-1428F84A5AE9}"/>
              </a:ext>
            </a:extLst>
          </p:cNvPr>
          <p:cNvCxnSpPr>
            <a:cxnSpLocks/>
            <a:stCxn id="47" idx="4"/>
            <a:endCxn id="65" idx="7"/>
          </p:cNvCxnSpPr>
          <p:nvPr/>
        </p:nvCxnSpPr>
        <p:spPr>
          <a:xfrm flipH="1">
            <a:off x="3286785" y="4606489"/>
            <a:ext cx="839756" cy="122985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D543AA8-AD88-8936-E933-F4346CBCF067}"/>
              </a:ext>
            </a:extLst>
          </p:cNvPr>
          <p:cNvCxnSpPr>
            <a:cxnSpLocks/>
            <a:stCxn id="47" idx="0"/>
            <a:endCxn id="124" idx="4"/>
          </p:cNvCxnSpPr>
          <p:nvPr/>
        </p:nvCxnSpPr>
        <p:spPr>
          <a:xfrm flipH="1" flipV="1">
            <a:off x="3682785" y="2111069"/>
            <a:ext cx="443756" cy="191942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9BA39AE-C5D7-E496-5ABA-5F2D78AD2734}"/>
              </a:ext>
            </a:extLst>
          </p:cNvPr>
          <p:cNvSpPr txBox="1"/>
          <p:nvPr/>
        </p:nvSpPr>
        <p:spPr>
          <a:xfrm>
            <a:off x="3356946" y="2630990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4227454-012C-9FB2-3570-4B5BEE596688}"/>
              </a:ext>
            </a:extLst>
          </p:cNvPr>
          <p:cNvSpPr txBox="1"/>
          <p:nvPr/>
        </p:nvSpPr>
        <p:spPr>
          <a:xfrm>
            <a:off x="3622901" y="5173570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E53812-8BB6-8F2E-6230-E057BF45FF96}"/>
              </a:ext>
            </a:extLst>
          </p:cNvPr>
          <p:cNvSpPr/>
          <p:nvPr/>
        </p:nvSpPr>
        <p:spPr>
          <a:xfrm>
            <a:off x="5357285" y="4059883"/>
            <a:ext cx="575998" cy="57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411B41-1B4D-E0B9-8211-602B872A3CFC}"/>
              </a:ext>
            </a:extLst>
          </p:cNvPr>
          <p:cNvSpPr txBox="1"/>
          <p:nvPr/>
        </p:nvSpPr>
        <p:spPr>
          <a:xfrm>
            <a:off x="5392781" y="4183405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1</a:t>
            </a:r>
            <a:endParaRPr lang="en-US" sz="1600" baseline="-250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4A13594-3E72-51D9-BC9A-662A3F6776BB}"/>
              </a:ext>
            </a:extLst>
          </p:cNvPr>
          <p:cNvCxnSpPr>
            <a:cxnSpLocks/>
            <a:stCxn id="13" idx="3"/>
            <a:endCxn id="22" idx="7"/>
          </p:cNvCxnSpPr>
          <p:nvPr/>
        </p:nvCxnSpPr>
        <p:spPr>
          <a:xfrm flipH="1">
            <a:off x="5848930" y="3511274"/>
            <a:ext cx="217167" cy="63296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C92F98D-E677-E951-2298-964C184B577F}"/>
              </a:ext>
            </a:extLst>
          </p:cNvPr>
          <p:cNvSpPr txBox="1"/>
          <p:nvPr/>
        </p:nvSpPr>
        <p:spPr>
          <a:xfrm>
            <a:off x="5928251" y="3623572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AB278A6-4E08-1B8A-931C-ECF4E8CB4585}"/>
              </a:ext>
            </a:extLst>
          </p:cNvPr>
          <p:cNvCxnSpPr>
            <a:cxnSpLocks/>
          </p:cNvCxnSpPr>
          <p:nvPr/>
        </p:nvCxnSpPr>
        <p:spPr>
          <a:xfrm rot="5400000">
            <a:off x="2260916" y="232446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BBE30DA8-20C6-1D42-5EEF-DBB9DA17439E}"/>
              </a:ext>
            </a:extLst>
          </p:cNvPr>
          <p:cNvSpPr/>
          <p:nvPr/>
        </p:nvSpPr>
        <p:spPr>
          <a:xfrm>
            <a:off x="5978435" y="1762032"/>
            <a:ext cx="575998" cy="57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F9F933-BE6F-A99D-ACFB-34F025971BA0}"/>
              </a:ext>
            </a:extLst>
          </p:cNvPr>
          <p:cNvSpPr txBox="1"/>
          <p:nvPr/>
        </p:nvSpPr>
        <p:spPr>
          <a:xfrm>
            <a:off x="6003992" y="1872899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2</a:t>
            </a:r>
            <a:endParaRPr lang="en-US" sz="1600" baseline="-250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85BBDFA-C24A-CE5D-B040-8C7FD085F530}"/>
              </a:ext>
            </a:extLst>
          </p:cNvPr>
          <p:cNvCxnSpPr>
            <a:cxnSpLocks/>
            <a:stCxn id="71" idx="4"/>
            <a:endCxn id="13" idx="0"/>
          </p:cNvCxnSpPr>
          <p:nvPr/>
        </p:nvCxnSpPr>
        <p:spPr>
          <a:xfrm>
            <a:off x="6266434" y="2338032"/>
            <a:ext cx="3310" cy="681595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43529C3-A834-EC36-D854-5ABAC4ECB548}"/>
              </a:ext>
            </a:extLst>
          </p:cNvPr>
          <p:cNvSpPr txBox="1"/>
          <p:nvPr/>
        </p:nvSpPr>
        <p:spPr>
          <a:xfrm>
            <a:off x="5999737" y="1131560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13E4DE2-729A-B2DE-769F-A79BCB9774DB}"/>
              </a:ext>
            </a:extLst>
          </p:cNvPr>
          <p:cNvSpPr txBox="1"/>
          <p:nvPr/>
        </p:nvSpPr>
        <p:spPr>
          <a:xfrm>
            <a:off x="3974424" y="2617782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D0D10CC-415D-2D31-A09B-2D45509CB8E3}"/>
              </a:ext>
            </a:extLst>
          </p:cNvPr>
          <p:cNvSpPr txBox="1"/>
          <p:nvPr/>
        </p:nvSpPr>
        <p:spPr>
          <a:xfrm>
            <a:off x="5180972" y="1601246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T2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3725AD7-34B7-3EA6-A775-D65F27562746}"/>
              </a:ext>
            </a:extLst>
          </p:cNvPr>
          <p:cNvCxnSpPr>
            <a:cxnSpLocks/>
            <a:stCxn id="71" idx="2"/>
            <a:endCxn id="124" idx="7"/>
          </p:cNvCxnSpPr>
          <p:nvPr/>
        </p:nvCxnSpPr>
        <p:spPr>
          <a:xfrm flipH="1" flipV="1">
            <a:off x="3886431" y="1619422"/>
            <a:ext cx="2092004" cy="4306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8" name="Table 127">
            <a:extLst>
              <a:ext uri="{FF2B5EF4-FFF2-40B4-BE49-F238E27FC236}">
                <a16:creationId xmlns:a16="http://schemas.microsoft.com/office/drawing/2014/main" id="{A31E5414-BF65-2406-C29C-64A7C76FE5D3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643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difficile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transferred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42749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0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Suspected cases identification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τ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transfer rate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20529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rates (no discharges from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GB" sz="105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GB" sz="105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130" name="Oval 129">
            <a:extLst>
              <a:ext uri="{FF2B5EF4-FFF2-40B4-BE49-F238E27FC236}">
                <a16:creationId xmlns:a16="http://schemas.microsoft.com/office/drawing/2014/main" id="{84476416-91A0-6583-395D-EDFB46C45E79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BD8AC23F-A07A-3B7F-F20F-D106298E4076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2B48E11-8F80-D229-1468-86E5C7D46CD9}"/>
              </a:ext>
            </a:extLst>
          </p:cNvPr>
          <p:cNvCxnSpPr>
            <a:cxnSpLocks/>
          </p:cNvCxnSpPr>
          <p:nvPr/>
        </p:nvCxnSpPr>
        <p:spPr>
          <a:xfrm>
            <a:off x="7126491" y="926067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D395FFE-EA68-F61F-E872-2AF411472AE2}"/>
              </a:ext>
            </a:extLst>
          </p:cNvPr>
          <p:cNvCxnSpPr>
            <a:cxnSpLocks/>
          </p:cNvCxnSpPr>
          <p:nvPr/>
        </p:nvCxnSpPr>
        <p:spPr>
          <a:xfrm>
            <a:off x="7136675" y="1177051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651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Widescreen</PresentationFormat>
  <Paragraphs>98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Fellowes</dc:creator>
  <cp:lastModifiedBy>Laura Fellowes</cp:lastModifiedBy>
  <cp:revision>1</cp:revision>
  <dcterms:created xsi:type="dcterms:W3CDTF">2026-10-15T17:51:02Z</dcterms:created>
  <dcterms:modified xsi:type="dcterms:W3CDTF">2026-10-15T17:51:43Z</dcterms:modified>
</cp:coreProperties>
</file>
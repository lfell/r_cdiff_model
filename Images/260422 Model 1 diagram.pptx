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99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E6F8DA6-97BC-49AA-9D29-4EC8CC5C23F8}" v="38" dt="2026-05-07T13:34:08.91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98" d="100"/>
          <a:sy n="98" d="100"/>
        </p:scale>
        <p:origin x="1912" y="14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ura Fellowes" userId="ad24ae3f3b31f6f2" providerId="LiveId" clId="{2FA2C0CE-86D5-4081-89A1-C300A1C40C76}"/>
    <pc:docChg chg="undo custSel modSld">
      <pc:chgData name="Laura Fellowes" userId="ad24ae3f3b31f6f2" providerId="LiveId" clId="{2FA2C0CE-86D5-4081-89A1-C300A1C40C76}" dt="2026-05-07T13:38:31.480" v="1484" actId="1038"/>
      <pc:docMkLst>
        <pc:docMk/>
      </pc:docMkLst>
      <pc:sldChg chg="addSp delSp modSp mod">
        <pc:chgData name="Laura Fellowes" userId="ad24ae3f3b31f6f2" providerId="LiveId" clId="{2FA2C0CE-86D5-4081-89A1-C300A1C40C76}" dt="2026-05-07T13:38:31.480" v="1484" actId="1038"/>
        <pc:sldMkLst>
          <pc:docMk/>
          <pc:sldMk cId="3388391822" sldId="499"/>
        </pc:sldMkLst>
        <pc:spChg chg="mod">
          <ac:chgData name="Laura Fellowes" userId="ad24ae3f3b31f6f2" providerId="LiveId" clId="{2FA2C0CE-86D5-4081-89A1-C300A1C40C76}" dt="2026-05-07T12:32:54.247" v="785" actId="1037"/>
          <ac:spMkLst>
            <pc:docMk/>
            <pc:sldMk cId="3388391822" sldId="499"/>
            <ac:spMk id="4" creationId="{93654173-F512-3504-6E3D-C49E053DFEEC}"/>
          </ac:spMkLst>
        </pc:spChg>
        <pc:spChg chg="mod">
          <ac:chgData name="Laura Fellowes" userId="ad24ae3f3b31f6f2" providerId="LiveId" clId="{2FA2C0CE-86D5-4081-89A1-C300A1C40C76}" dt="2026-05-07T12:33:11.433" v="812" actId="1037"/>
          <ac:spMkLst>
            <pc:docMk/>
            <pc:sldMk cId="3388391822" sldId="499"/>
            <ac:spMk id="5" creationId="{1863B819-D15D-3F3B-8792-258939BA8754}"/>
          </ac:spMkLst>
        </pc:spChg>
        <pc:spChg chg="mod">
          <ac:chgData name="Laura Fellowes" userId="ad24ae3f3b31f6f2" providerId="LiveId" clId="{2FA2C0CE-86D5-4081-89A1-C300A1C40C76}" dt="2026-05-07T12:34:08.074" v="886" actId="1037"/>
          <ac:spMkLst>
            <pc:docMk/>
            <pc:sldMk cId="3388391822" sldId="499"/>
            <ac:spMk id="8" creationId="{5A1AAD0B-2938-294C-AF1B-FB74BDBFB225}"/>
          </ac:spMkLst>
        </pc:spChg>
        <pc:spChg chg="mod">
          <ac:chgData name="Laura Fellowes" userId="ad24ae3f3b31f6f2" providerId="LiveId" clId="{2FA2C0CE-86D5-4081-89A1-C300A1C40C76}" dt="2026-05-07T12:34:08.074" v="886" actId="1037"/>
          <ac:spMkLst>
            <pc:docMk/>
            <pc:sldMk cId="3388391822" sldId="499"/>
            <ac:spMk id="9" creationId="{0889F36C-5F10-CCDF-6B54-35272765A68B}"/>
          </ac:spMkLst>
        </pc:spChg>
        <pc:spChg chg="mod">
          <ac:chgData name="Laura Fellowes" userId="ad24ae3f3b31f6f2" providerId="LiveId" clId="{2FA2C0CE-86D5-4081-89A1-C300A1C40C76}" dt="2026-05-07T13:34:08.910" v="1372" actId="164"/>
          <ac:spMkLst>
            <pc:docMk/>
            <pc:sldMk cId="3388391822" sldId="499"/>
            <ac:spMk id="14" creationId="{86CF21CD-26C9-8ED0-696C-AB2AECFB1570}"/>
          </ac:spMkLst>
        </pc:spChg>
        <pc:spChg chg="mod">
          <ac:chgData name="Laura Fellowes" userId="ad24ae3f3b31f6f2" providerId="LiveId" clId="{2FA2C0CE-86D5-4081-89A1-C300A1C40C76}" dt="2026-05-07T13:22:44.850" v="1314" actId="1035"/>
          <ac:spMkLst>
            <pc:docMk/>
            <pc:sldMk cId="3388391822" sldId="499"/>
            <ac:spMk id="18" creationId="{5DE472A8-F837-6BD7-119A-38B27226943B}"/>
          </ac:spMkLst>
        </pc:spChg>
        <pc:spChg chg="mod">
          <ac:chgData name="Laura Fellowes" userId="ad24ae3f3b31f6f2" providerId="LiveId" clId="{2FA2C0CE-86D5-4081-89A1-C300A1C40C76}" dt="2026-05-07T13:34:30.170" v="1390" actId="1076"/>
          <ac:spMkLst>
            <pc:docMk/>
            <pc:sldMk cId="3388391822" sldId="499"/>
            <ac:spMk id="20" creationId="{90BCC340-DBDC-DAD6-FFDC-64CBAC6B29C0}"/>
          </ac:spMkLst>
        </pc:spChg>
        <pc:spChg chg="mod">
          <ac:chgData name="Laura Fellowes" userId="ad24ae3f3b31f6f2" providerId="LiveId" clId="{2FA2C0CE-86D5-4081-89A1-C300A1C40C76}" dt="2026-05-07T13:34:08.910" v="1372" actId="164"/>
          <ac:spMkLst>
            <pc:docMk/>
            <pc:sldMk cId="3388391822" sldId="499"/>
            <ac:spMk id="26" creationId="{59E02144-E36C-851E-60AC-12E3D5D002BE}"/>
          </ac:spMkLst>
        </pc:spChg>
        <pc:spChg chg="mod">
          <ac:chgData name="Laura Fellowes" userId="ad24ae3f3b31f6f2" providerId="LiveId" clId="{2FA2C0CE-86D5-4081-89A1-C300A1C40C76}" dt="2026-05-07T13:34:08.910" v="1372" actId="164"/>
          <ac:spMkLst>
            <pc:docMk/>
            <pc:sldMk cId="3388391822" sldId="499"/>
            <ac:spMk id="27" creationId="{BB477E30-C72D-F74F-865E-7EEA55527BBD}"/>
          </ac:spMkLst>
        </pc:spChg>
        <pc:spChg chg="mod">
          <ac:chgData name="Laura Fellowes" userId="ad24ae3f3b31f6f2" providerId="LiveId" clId="{2FA2C0CE-86D5-4081-89A1-C300A1C40C76}" dt="2026-05-07T13:34:08.910" v="1372" actId="164"/>
          <ac:spMkLst>
            <pc:docMk/>
            <pc:sldMk cId="3388391822" sldId="499"/>
            <ac:spMk id="35" creationId="{31D0707D-2DED-8DC8-1E5D-8CF09446A880}"/>
          </ac:spMkLst>
        </pc:spChg>
        <pc:spChg chg="mod">
          <ac:chgData name="Laura Fellowes" userId="ad24ae3f3b31f6f2" providerId="LiveId" clId="{2FA2C0CE-86D5-4081-89A1-C300A1C40C76}" dt="2026-05-07T13:21:55.512" v="1296" actId="1076"/>
          <ac:spMkLst>
            <pc:docMk/>
            <pc:sldMk cId="3388391822" sldId="499"/>
            <ac:spMk id="36" creationId="{11EEE931-5D03-A1D8-E915-9DB56F6ACF00}"/>
          </ac:spMkLst>
        </pc:spChg>
        <pc:spChg chg="mod">
          <ac:chgData name="Laura Fellowes" userId="ad24ae3f3b31f6f2" providerId="LiveId" clId="{2FA2C0CE-86D5-4081-89A1-C300A1C40C76}" dt="2026-05-07T13:34:08.910" v="1372" actId="164"/>
          <ac:spMkLst>
            <pc:docMk/>
            <pc:sldMk cId="3388391822" sldId="499"/>
            <ac:spMk id="40" creationId="{E46B26B3-F893-3263-0CC4-11ACCD41360F}"/>
          </ac:spMkLst>
        </pc:spChg>
        <pc:spChg chg="mod">
          <ac:chgData name="Laura Fellowes" userId="ad24ae3f3b31f6f2" providerId="LiveId" clId="{2FA2C0CE-86D5-4081-89A1-C300A1C40C76}" dt="2026-05-07T12:35:35.564" v="888"/>
          <ac:spMkLst>
            <pc:docMk/>
            <pc:sldMk cId="3388391822" sldId="499"/>
            <ac:spMk id="47" creationId="{A4D26408-D0DA-E5E6-6213-F47CEFEFE906}"/>
          </ac:spMkLst>
        </pc:spChg>
        <pc:spChg chg="mod">
          <ac:chgData name="Laura Fellowes" userId="ad24ae3f3b31f6f2" providerId="LiveId" clId="{2FA2C0CE-86D5-4081-89A1-C300A1C40C76}" dt="2026-05-07T12:38:16.731" v="965" actId="1076"/>
          <ac:spMkLst>
            <pc:docMk/>
            <pc:sldMk cId="3388391822" sldId="499"/>
            <ac:spMk id="48" creationId="{ECAB4D8A-67A4-0B63-8461-FC4257C5F0E9}"/>
          </ac:spMkLst>
        </pc:spChg>
        <pc:spChg chg="mod">
          <ac:chgData name="Laura Fellowes" userId="ad24ae3f3b31f6f2" providerId="LiveId" clId="{2FA2C0CE-86D5-4081-89A1-C300A1C40C76}" dt="2026-05-07T13:38:31.480" v="1484" actId="1038"/>
          <ac:spMkLst>
            <pc:docMk/>
            <pc:sldMk cId="3388391822" sldId="499"/>
            <ac:spMk id="50" creationId="{D93AA799-DB74-9EB3-90DC-93A306283C8A}"/>
          </ac:spMkLst>
        </pc:spChg>
        <pc:spChg chg="mod">
          <ac:chgData name="Laura Fellowes" userId="ad24ae3f3b31f6f2" providerId="LiveId" clId="{2FA2C0CE-86D5-4081-89A1-C300A1C40C76}" dt="2026-05-07T13:38:31.480" v="1484" actId="1038"/>
          <ac:spMkLst>
            <pc:docMk/>
            <pc:sldMk cId="3388391822" sldId="499"/>
            <ac:spMk id="51" creationId="{4D195D5B-0E68-6367-5ADB-63EFB01301D8}"/>
          </ac:spMkLst>
        </pc:spChg>
        <pc:spChg chg="mod">
          <ac:chgData name="Laura Fellowes" userId="ad24ae3f3b31f6f2" providerId="LiveId" clId="{2FA2C0CE-86D5-4081-89A1-C300A1C40C76}" dt="2026-05-07T12:30:55.059" v="709" actId="14100"/>
          <ac:spMkLst>
            <pc:docMk/>
            <pc:sldMk cId="3388391822" sldId="499"/>
            <ac:spMk id="52" creationId="{77BFD2C9-F0FC-A918-E76F-ED2A7F0B5352}"/>
          </ac:spMkLst>
        </pc:spChg>
        <pc:spChg chg="mod">
          <ac:chgData name="Laura Fellowes" userId="ad24ae3f3b31f6f2" providerId="LiveId" clId="{2FA2C0CE-86D5-4081-89A1-C300A1C40C76}" dt="2026-05-07T12:28:33.687" v="597" actId="1076"/>
          <ac:spMkLst>
            <pc:docMk/>
            <pc:sldMk cId="3388391822" sldId="499"/>
            <ac:spMk id="53" creationId="{FE12BD97-ABB6-DB49-3CC6-7550AD239A20}"/>
          </ac:spMkLst>
        </pc:spChg>
        <pc:spChg chg="mod">
          <ac:chgData name="Laura Fellowes" userId="ad24ae3f3b31f6f2" providerId="LiveId" clId="{2FA2C0CE-86D5-4081-89A1-C300A1C40C76}" dt="2026-05-07T13:34:08.910" v="1372" actId="164"/>
          <ac:spMkLst>
            <pc:docMk/>
            <pc:sldMk cId="3388391822" sldId="499"/>
            <ac:spMk id="69" creationId="{6E43C3C3-58C8-BB93-5493-F976F7511301}"/>
          </ac:spMkLst>
        </pc:spChg>
        <pc:spChg chg="add mod">
          <ac:chgData name="Laura Fellowes" userId="ad24ae3f3b31f6f2" providerId="LiveId" clId="{2FA2C0CE-86D5-4081-89A1-C300A1C40C76}" dt="2026-05-07T13:22:53.989" v="1320" actId="1037"/>
          <ac:spMkLst>
            <pc:docMk/>
            <pc:sldMk cId="3388391822" sldId="499"/>
            <ac:spMk id="72" creationId="{E20C6D6F-C212-6ACB-0DF5-BBE62A9E3268}"/>
          </ac:spMkLst>
        </pc:spChg>
        <pc:spChg chg="mod">
          <ac:chgData name="Laura Fellowes" userId="ad24ae3f3b31f6f2" providerId="LiveId" clId="{2FA2C0CE-86D5-4081-89A1-C300A1C40C76}" dt="2026-05-07T13:17:22.209" v="1142" actId="555"/>
          <ac:spMkLst>
            <pc:docMk/>
            <pc:sldMk cId="3388391822" sldId="499"/>
            <ac:spMk id="74" creationId="{254FE5E6-8E3D-3614-5761-0F2B59AF02C2}"/>
          </ac:spMkLst>
        </pc:spChg>
        <pc:spChg chg="add mod">
          <ac:chgData name="Laura Fellowes" userId="ad24ae3f3b31f6f2" providerId="LiveId" clId="{2FA2C0CE-86D5-4081-89A1-C300A1C40C76}" dt="2026-05-07T12:47:15.205" v="1107" actId="571"/>
          <ac:spMkLst>
            <pc:docMk/>
            <pc:sldMk cId="3388391822" sldId="499"/>
            <ac:spMk id="82" creationId="{EE5D356F-E70A-33B2-B525-2240EE511E37}"/>
          </ac:spMkLst>
        </pc:spChg>
        <pc:spChg chg="add mod">
          <ac:chgData name="Laura Fellowes" userId="ad24ae3f3b31f6f2" providerId="LiveId" clId="{2FA2C0CE-86D5-4081-89A1-C300A1C40C76}" dt="2026-05-07T12:47:15.205" v="1107" actId="571"/>
          <ac:spMkLst>
            <pc:docMk/>
            <pc:sldMk cId="3388391822" sldId="499"/>
            <ac:spMk id="83" creationId="{986B95A7-7C93-6BAD-9514-BC03BA8505FC}"/>
          </ac:spMkLst>
        </pc:spChg>
        <pc:spChg chg="add mod">
          <ac:chgData name="Laura Fellowes" userId="ad24ae3f3b31f6f2" providerId="LiveId" clId="{2FA2C0CE-86D5-4081-89A1-C300A1C40C76}" dt="2026-05-07T12:47:15.205" v="1107" actId="571"/>
          <ac:spMkLst>
            <pc:docMk/>
            <pc:sldMk cId="3388391822" sldId="499"/>
            <ac:spMk id="84" creationId="{1A10D75F-33C5-1A13-F546-33F5E4F18B8D}"/>
          </ac:spMkLst>
        </pc:spChg>
        <pc:spChg chg="add mod">
          <ac:chgData name="Laura Fellowes" userId="ad24ae3f3b31f6f2" providerId="LiveId" clId="{2FA2C0CE-86D5-4081-89A1-C300A1C40C76}" dt="2026-05-07T12:47:15.205" v="1107" actId="571"/>
          <ac:spMkLst>
            <pc:docMk/>
            <pc:sldMk cId="3388391822" sldId="499"/>
            <ac:spMk id="85" creationId="{582E58E1-F414-1870-1E3E-5853FEBC12C0}"/>
          </ac:spMkLst>
        </pc:spChg>
        <pc:spChg chg="add mod">
          <ac:chgData name="Laura Fellowes" userId="ad24ae3f3b31f6f2" providerId="LiveId" clId="{2FA2C0CE-86D5-4081-89A1-C300A1C40C76}" dt="2026-05-07T12:47:15.205" v="1107" actId="571"/>
          <ac:spMkLst>
            <pc:docMk/>
            <pc:sldMk cId="3388391822" sldId="499"/>
            <ac:spMk id="86" creationId="{E246B686-6E6F-FB31-E40F-F6779AD0AA61}"/>
          </ac:spMkLst>
        </pc:spChg>
        <pc:spChg chg="add mod">
          <ac:chgData name="Laura Fellowes" userId="ad24ae3f3b31f6f2" providerId="LiveId" clId="{2FA2C0CE-86D5-4081-89A1-C300A1C40C76}" dt="2026-05-07T12:47:15.205" v="1107" actId="571"/>
          <ac:spMkLst>
            <pc:docMk/>
            <pc:sldMk cId="3388391822" sldId="499"/>
            <ac:spMk id="87" creationId="{D5ADEF68-7A59-BD18-7400-EAC3594D8B92}"/>
          </ac:spMkLst>
        </pc:spChg>
        <pc:spChg chg="add mod">
          <ac:chgData name="Laura Fellowes" userId="ad24ae3f3b31f6f2" providerId="LiveId" clId="{2FA2C0CE-86D5-4081-89A1-C300A1C40C76}" dt="2026-05-07T12:47:15.205" v="1107" actId="571"/>
          <ac:spMkLst>
            <pc:docMk/>
            <pc:sldMk cId="3388391822" sldId="499"/>
            <ac:spMk id="88" creationId="{31C4C986-ECBA-2722-B045-2E563F03BEDC}"/>
          </ac:spMkLst>
        </pc:spChg>
        <pc:spChg chg="mod">
          <ac:chgData name="Laura Fellowes" userId="ad24ae3f3b31f6f2" providerId="LiveId" clId="{2FA2C0CE-86D5-4081-89A1-C300A1C40C76}" dt="2026-05-07T13:32:47.405" v="1369" actId="207"/>
          <ac:spMkLst>
            <pc:docMk/>
            <pc:sldMk cId="3388391822" sldId="499"/>
            <ac:spMk id="93" creationId="{1BF7C3BA-B4AB-B027-1DC1-962084E0622B}"/>
          </ac:spMkLst>
        </pc:spChg>
        <pc:spChg chg="mod">
          <ac:chgData name="Laura Fellowes" userId="ad24ae3f3b31f6f2" providerId="LiveId" clId="{2FA2C0CE-86D5-4081-89A1-C300A1C40C76}" dt="2026-05-07T13:34:08.910" v="1372" actId="164"/>
          <ac:spMkLst>
            <pc:docMk/>
            <pc:sldMk cId="3388391822" sldId="499"/>
            <ac:spMk id="94" creationId="{899DCDB3-DC20-C844-89A7-E128AE031A33}"/>
          </ac:spMkLst>
        </pc:spChg>
        <pc:spChg chg="mod">
          <ac:chgData name="Laura Fellowes" userId="ad24ae3f3b31f6f2" providerId="LiveId" clId="{2FA2C0CE-86D5-4081-89A1-C300A1C40C76}" dt="2026-05-07T13:34:08.910" v="1372" actId="164"/>
          <ac:spMkLst>
            <pc:docMk/>
            <pc:sldMk cId="3388391822" sldId="499"/>
            <ac:spMk id="95" creationId="{9006116A-7350-D7AE-F2C6-15E45BBDDC0E}"/>
          </ac:spMkLst>
        </pc:spChg>
        <pc:spChg chg="mod">
          <ac:chgData name="Laura Fellowes" userId="ad24ae3f3b31f6f2" providerId="LiveId" clId="{2FA2C0CE-86D5-4081-89A1-C300A1C40C76}" dt="2026-05-07T13:32:47.405" v="1369" actId="207"/>
          <ac:spMkLst>
            <pc:docMk/>
            <pc:sldMk cId="3388391822" sldId="499"/>
            <ac:spMk id="96" creationId="{4478C0F9-2EC3-E5E8-F38C-151DB57A620B}"/>
          </ac:spMkLst>
        </pc:spChg>
        <pc:spChg chg="add mod">
          <ac:chgData name="Laura Fellowes" userId="ad24ae3f3b31f6f2" providerId="LiveId" clId="{2FA2C0CE-86D5-4081-89A1-C300A1C40C76}" dt="2026-05-07T13:17:22.209" v="1142" actId="555"/>
          <ac:spMkLst>
            <pc:docMk/>
            <pc:sldMk cId="3388391822" sldId="499"/>
            <ac:spMk id="99" creationId="{BC890A97-E5F2-705F-737D-D29248178CA1}"/>
          </ac:spMkLst>
        </pc:spChg>
        <pc:spChg chg="mod">
          <ac:chgData name="Laura Fellowes" userId="ad24ae3f3b31f6f2" providerId="LiveId" clId="{2FA2C0CE-86D5-4081-89A1-C300A1C40C76}" dt="2026-05-07T13:32:47.405" v="1369" actId="207"/>
          <ac:spMkLst>
            <pc:docMk/>
            <pc:sldMk cId="3388391822" sldId="499"/>
            <ac:spMk id="106" creationId="{7E82E24F-B82C-3C69-101C-1FC607A63135}"/>
          </ac:spMkLst>
        </pc:spChg>
        <pc:spChg chg="mod">
          <ac:chgData name="Laura Fellowes" userId="ad24ae3f3b31f6f2" providerId="LiveId" clId="{2FA2C0CE-86D5-4081-89A1-C300A1C40C76}" dt="2026-05-07T13:34:08.910" v="1372" actId="164"/>
          <ac:spMkLst>
            <pc:docMk/>
            <pc:sldMk cId="3388391822" sldId="499"/>
            <ac:spMk id="107" creationId="{EE0121F9-2481-74B4-0A0C-72A316FC0FBB}"/>
          </ac:spMkLst>
        </pc:spChg>
        <pc:spChg chg="mod">
          <ac:chgData name="Laura Fellowes" userId="ad24ae3f3b31f6f2" providerId="LiveId" clId="{2FA2C0CE-86D5-4081-89A1-C300A1C40C76}" dt="2026-05-07T13:32:47.405" v="1369" actId="207"/>
          <ac:spMkLst>
            <pc:docMk/>
            <pc:sldMk cId="3388391822" sldId="499"/>
            <ac:spMk id="108" creationId="{7C837349-7D3F-7F8F-859E-0F4FBE55AC0C}"/>
          </ac:spMkLst>
        </pc:spChg>
        <pc:spChg chg="add mod">
          <ac:chgData name="Laura Fellowes" userId="ad24ae3f3b31f6f2" providerId="LiveId" clId="{2FA2C0CE-86D5-4081-89A1-C300A1C40C76}" dt="2026-05-07T13:32:47.405" v="1369" actId="207"/>
          <ac:spMkLst>
            <pc:docMk/>
            <pc:sldMk cId="3388391822" sldId="499"/>
            <ac:spMk id="120" creationId="{36400C8C-B0BD-1F12-4E56-61F3938B9C73}"/>
          </ac:spMkLst>
        </pc:spChg>
        <pc:spChg chg="mod">
          <ac:chgData name="Laura Fellowes" userId="ad24ae3f3b31f6f2" providerId="LiveId" clId="{2FA2C0CE-86D5-4081-89A1-C300A1C40C76}" dt="2026-05-07T13:17:22.209" v="1142" actId="555"/>
          <ac:spMkLst>
            <pc:docMk/>
            <pc:sldMk cId="3388391822" sldId="499"/>
            <ac:spMk id="139" creationId="{3A6EEBCC-06AB-6A38-FC12-127E32213517}"/>
          </ac:spMkLst>
        </pc:spChg>
        <pc:spChg chg="mod">
          <ac:chgData name="Laura Fellowes" userId="ad24ae3f3b31f6f2" providerId="LiveId" clId="{2FA2C0CE-86D5-4081-89A1-C300A1C40C76}" dt="2026-05-07T13:17:34.934" v="1144" actId="1037"/>
          <ac:spMkLst>
            <pc:docMk/>
            <pc:sldMk cId="3388391822" sldId="499"/>
            <ac:spMk id="140" creationId="{6ECC8946-AB56-9B85-35FB-0700336BBFF8}"/>
          </ac:spMkLst>
        </pc:spChg>
        <pc:spChg chg="mod">
          <ac:chgData name="Laura Fellowes" userId="ad24ae3f3b31f6f2" providerId="LiveId" clId="{2FA2C0CE-86D5-4081-89A1-C300A1C40C76}" dt="2026-05-07T13:34:08.910" v="1372" actId="164"/>
          <ac:spMkLst>
            <pc:docMk/>
            <pc:sldMk cId="3388391822" sldId="499"/>
            <ac:spMk id="141" creationId="{A704984C-1DE4-2D0A-BC28-6C0B9F543998}"/>
          </ac:spMkLst>
        </pc:spChg>
        <pc:spChg chg="mod">
          <ac:chgData name="Laura Fellowes" userId="ad24ae3f3b31f6f2" providerId="LiveId" clId="{2FA2C0CE-86D5-4081-89A1-C300A1C40C76}" dt="2026-05-07T13:17:22.209" v="1142" actId="555"/>
          <ac:spMkLst>
            <pc:docMk/>
            <pc:sldMk cId="3388391822" sldId="499"/>
            <ac:spMk id="142" creationId="{E6C1F798-1D22-005E-8252-E8EF7717A5E1}"/>
          </ac:spMkLst>
        </pc:spChg>
        <pc:grpChg chg="mod">
          <ac:chgData name="Laura Fellowes" userId="ad24ae3f3b31f6f2" providerId="LiveId" clId="{2FA2C0CE-86D5-4081-89A1-C300A1C40C76}" dt="2026-05-07T12:36:13.734" v="890" actId="408"/>
          <ac:grpSpMkLst>
            <pc:docMk/>
            <pc:sldMk cId="3388391822" sldId="499"/>
            <ac:grpSpMk id="3" creationId="{58D4803C-1588-C973-A708-D8EFC35F7F46}"/>
          </ac:grpSpMkLst>
        </pc:grpChg>
        <pc:grpChg chg="mod">
          <ac:chgData name="Laura Fellowes" userId="ad24ae3f3b31f6f2" providerId="LiveId" clId="{2FA2C0CE-86D5-4081-89A1-C300A1C40C76}" dt="2026-05-07T12:36:13.734" v="890" actId="408"/>
          <ac:grpSpMkLst>
            <pc:docMk/>
            <pc:sldMk cId="3388391822" sldId="499"/>
            <ac:grpSpMk id="24" creationId="{0CAB2224-A24D-03BE-5213-A286D91F7615}"/>
          </ac:grpSpMkLst>
        </pc:grpChg>
        <pc:grpChg chg="mod">
          <ac:chgData name="Laura Fellowes" userId="ad24ae3f3b31f6f2" providerId="LiveId" clId="{2FA2C0CE-86D5-4081-89A1-C300A1C40C76}" dt="2026-05-07T12:36:13.734" v="890" actId="408"/>
          <ac:grpSpMkLst>
            <pc:docMk/>
            <pc:sldMk cId="3388391822" sldId="499"/>
            <ac:grpSpMk id="28" creationId="{CC142DA5-CBCD-6891-8054-12F64E782D5E}"/>
          </ac:grpSpMkLst>
        </pc:grpChg>
        <pc:grpChg chg="add mod">
          <ac:chgData name="Laura Fellowes" userId="ad24ae3f3b31f6f2" providerId="LiveId" clId="{2FA2C0CE-86D5-4081-89A1-C300A1C40C76}" dt="2026-05-07T12:44:04.034" v="1055" actId="1036"/>
          <ac:grpSpMkLst>
            <pc:docMk/>
            <pc:sldMk cId="3388391822" sldId="499"/>
            <ac:grpSpMk id="45" creationId="{BD36EED7-A90C-D2E6-ADBF-04E2171838B2}"/>
          </ac:grpSpMkLst>
        </pc:grpChg>
        <pc:grpChg chg="mod">
          <ac:chgData name="Laura Fellowes" userId="ad24ae3f3b31f6f2" providerId="LiveId" clId="{2FA2C0CE-86D5-4081-89A1-C300A1C40C76}" dt="2026-05-07T12:33:32.870" v="813" actId="1076"/>
          <ac:grpSpMkLst>
            <pc:docMk/>
            <pc:sldMk cId="3388391822" sldId="499"/>
            <ac:grpSpMk id="67" creationId="{1770EB9D-E337-38D7-3DB7-D21AB5C87AA5}"/>
          </ac:grpSpMkLst>
        </pc:grpChg>
        <pc:grpChg chg="mod">
          <ac:chgData name="Laura Fellowes" userId="ad24ae3f3b31f6f2" providerId="LiveId" clId="{2FA2C0CE-86D5-4081-89A1-C300A1C40C76}" dt="2026-05-07T12:36:56.763" v="894" actId="1076"/>
          <ac:grpSpMkLst>
            <pc:docMk/>
            <pc:sldMk cId="3388391822" sldId="499"/>
            <ac:grpSpMk id="68" creationId="{5E4966D4-04EC-C4CA-3847-CAAB00B335B9}"/>
          </ac:grpSpMkLst>
        </pc:grpChg>
        <pc:grpChg chg="mod">
          <ac:chgData name="Laura Fellowes" userId="ad24ae3f3b31f6f2" providerId="LiveId" clId="{2FA2C0CE-86D5-4081-89A1-C300A1C40C76}" dt="2026-05-07T12:37:05.688" v="895" actId="1076"/>
          <ac:grpSpMkLst>
            <pc:docMk/>
            <pc:sldMk cId="3388391822" sldId="499"/>
            <ac:grpSpMk id="70" creationId="{EA203AAA-8A7B-44E3-FF75-98A7DECF24DD}"/>
          </ac:grpSpMkLst>
        </pc:grpChg>
        <pc:grpChg chg="mod">
          <ac:chgData name="Laura Fellowes" userId="ad24ae3f3b31f6f2" providerId="LiveId" clId="{2FA2C0CE-86D5-4081-89A1-C300A1C40C76}" dt="2026-05-07T13:34:13.124" v="1389" actId="1036"/>
          <ac:grpSpMkLst>
            <pc:docMk/>
            <pc:sldMk cId="3388391822" sldId="499"/>
            <ac:grpSpMk id="121" creationId="{47C94E28-7893-6020-24E0-8A8969B17D77}"/>
          </ac:grpSpMkLst>
        </pc:grpChg>
        <pc:graphicFrameChg chg="mod modGraphic">
          <ac:chgData name="Laura Fellowes" userId="ad24ae3f3b31f6f2" providerId="LiveId" clId="{2FA2C0CE-86D5-4081-89A1-C300A1C40C76}" dt="2026-05-07T12:28:10.746" v="596" actId="20577"/>
          <ac:graphicFrameMkLst>
            <pc:docMk/>
            <pc:sldMk cId="3388391822" sldId="499"/>
            <ac:graphicFrameMk id="37" creationId="{F5E86639-F80B-2604-5021-24122E2EC132}"/>
          </ac:graphicFrameMkLst>
        </pc:graphicFrameChg>
        <pc:cxnChg chg="mod">
          <ac:chgData name="Laura Fellowes" userId="ad24ae3f3b31f6f2" providerId="LiveId" clId="{2FA2C0CE-86D5-4081-89A1-C300A1C40C76}" dt="2026-05-07T13:36:26.423" v="1454" actId="14100"/>
          <ac:cxnSpMkLst>
            <pc:docMk/>
            <pc:sldMk cId="3388391822" sldId="499"/>
            <ac:cxnSpMk id="7" creationId="{0DB84588-9299-9D4C-AE2C-C11D5042A739}"/>
          </ac:cxnSpMkLst>
        </pc:cxnChg>
        <pc:cxnChg chg="mod">
          <ac:chgData name="Laura Fellowes" userId="ad24ae3f3b31f6f2" providerId="LiveId" clId="{2FA2C0CE-86D5-4081-89A1-C300A1C40C76}" dt="2026-05-07T12:48:24.967" v="1110" actId="692"/>
          <ac:cxnSpMkLst>
            <pc:docMk/>
            <pc:sldMk cId="3388391822" sldId="499"/>
            <ac:cxnSpMk id="17" creationId="{A408D859-D768-4AE7-FD75-09132645783C}"/>
          </ac:cxnSpMkLst>
        </pc:cxnChg>
        <pc:cxnChg chg="mod">
          <ac:chgData name="Laura Fellowes" userId="ad24ae3f3b31f6f2" providerId="LiveId" clId="{2FA2C0CE-86D5-4081-89A1-C300A1C40C76}" dt="2026-05-07T12:48:24.967" v="1110" actId="692"/>
          <ac:cxnSpMkLst>
            <pc:docMk/>
            <pc:sldMk cId="3388391822" sldId="499"/>
            <ac:cxnSpMk id="19" creationId="{A864AC01-B5BD-3489-C8C4-184C11E9023F}"/>
          </ac:cxnSpMkLst>
        </pc:cxnChg>
        <pc:cxnChg chg="mod">
          <ac:chgData name="Laura Fellowes" userId="ad24ae3f3b31f6f2" providerId="LiveId" clId="{2FA2C0CE-86D5-4081-89A1-C300A1C40C76}" dt="2026-05-07T13:36:26.423" v="1454" actId="14100"/>
          <ac:cxnSpMkLst>
            <pc:docMk/>
            <pc:sldMk cId="3388391822" sldId="499"/>
            <ac:cxnSpMk id="23" creationId="{B6305FED-80AC-F205-0D3B-699A22A1BD9A}"/>
          </ac:cxnSpMkLst>
        </pc:cxnChg>
        <pc:cxnChg chg="mod">
          <ac:chgData name="Laura Fellowes" userId="ad24ae3f3b31f6f2" providerId="LiveId" clId="{2FA2C0CE-86D5-4081-89A1-C300A1C40C76}" dt="2026-05-07T12:48:24.967" v="1110" actId="692"/>
          <ac:cxnSpMkLst>
            <pc:docMk/>
            <pc:sldMk cId="3388391822" sldId="499"/>
            <ac:cxnSpMk id="32" creationId="{395A7676-0149-33A1-A207-F0899F44C816}"/>
          </ac:cxnSpMkLst>
        </pc:cxnChg>
        <pc:cxnChg chg="mod">
          <ac:chgData name="Laura Fellowes" userId="ad24ae3f3b31f6f2" providerId="LiveId" clId="{2FA2C0CE-86D5-4081-89A1-C300A1C40C76}" dt="2026-05-07T12:48:24.967" v="1110" actId="692"/>
          <ac:cxnSpMkLst>
            <pc:docMk/>
            <pc:sldMk cId="3388391822" sldId="499"/>
            <ac:cxnSpMk id="33" creationId="{D92F4E7A-07CE-0C7F-D7ED-135E3C56DE06}"/>
          </ac:cxnSpMkLst>
        </pc:cxnChg>
        <pc:cxnChg chg="mod">
          <ac:chgData name="Laura Fellowes" userId="ad24ae3f3b31f6f2" providerId="LiveId" clId="{2FA2C0CE-86D5-4081-89A1-C300A1C40C76}" dt="2026-05-07T12:48:24.967" v="1110" actId="692"/>
          <ac:cxnSpMkLst>
            <pc:docMk/>
            <pc:sldMk cId="3388391822" sldId="499"/>
            <ac:cxnSpMk id="38" creationId="{1ABD806D-5C8D-7B0B-D63A-61EE1A2BD697}"/>
          </ac:cxnSpMkLst>
        </pc:cxnChg>
        <pc:cxnChg chg="mod">
          <ac:chgData name="Laura Fellowes" userId="ad24ae3f3b31f6f2" providerId="LiveId" clId="{2FA2C0CE-86D5-4081-89A1-C300A1C40C76}" dt="2026-05-07T12:48:24.967" v="1110" actId="692"/>
          <ac:cxnSpMkLst>
            <pc:docMk/>
            <pc:sldMk cId="3388391822" sldId="499"/>
            <ac:cxnSpMk id="41" creationId="{C2F76E94-3404-CB7B-5622-1D89AE4C5FE0}"/>
          </ac:cxnSpMkLst>
        </pc:cxnChg>
        <pc:cxnChg chg="mod">
          <ac:chgData name="Laura Fellowes" userId="ad24ae3f3b31f6f2" providerId="LiveId" clId="{2FA2C0CE-86D5-4081-89A1-C300A1C40C76}" dt="2026-05-07T12:51:42.118" v="1127" actId="14100"/>
          <ac:cxnSpMkLst>
            <pc:docMk/>
            <pc:sldMk cId="3388391822" sldId="499"/>
            <ac:cxnSpMk id="46" creationId="{F13DF291-54CB-6217-C271-C49EA5A6ACA3}"/>
          </ac:cxnSpMkLst>
        </pc:cxnChg>
        <pc:cxnChg chg="mod">
          <ac:chgData name="Laura Fellowes" userId="ad24ae3f3b31f6f2" providerId="LiveId" clId="{2FA2C0CE-86D5-4081-89A1-C300A1C40C76}" dt="2026-05-07T13:32:31.982" v="1368" actId="692"/>
          <ac:cxnSpMkLst>
            <pc:docMk/>
            <pc:sldMk cId="3388391822" sldId="499"/>
            <ac:cxnSpMk id="55" creationId="{10AE9607-9B7A-189D-1553-2A7FFA389380}"/>
          </ac:cxnSpMkLst>
        </pc:cxnChg>
        <pc:cxnChg chg="add mod">
          <ac:chgData name="Laura Fellowes" userId="ad24ae3f3b31f6f2" providerId="LiveId" clId="{2FA2C0CE-86D5-4081-89A1-C300A1C40C76}" dt="2026-05-07T12:48:24.967" v="1110" actId="692"/>
          <ac:cxnSpMkLst>
            <pc:docMk/>
            <pc:sldMk cId="3388391822" sldId="499"/>
            <ac:cxnSpMk id="59" creationId="{2AC709B7-ED71-AB3F-805F-4FBEF4245BA1}"/>
          </ac:cxnSpMkLst>
        </pc:cxnChg>
        <pc:cxnChg chg="mod">
          <ac:chgData name="Laura Fellowes" userId="ad24ae3f3b31f6f2" providerId="LiveId" clId="{2FA2C0CE-86D5-4081-89A1-C300A1C40C76}" dt="2026-05-07T12:48:24.967" v="1110" actId="692"/>
          <ac:cxnSpMkLst>
            <pc:docMk/>
            <pc:sldMk cId="3388391822" sldId="499"/>
            <ac:cxnSpMk id="60" creationId="{31410BC6-7F4D-7D4B-6EB2-3D4AE91001A3}"/>
          </ac:cxnSpMkLst>
        </pc:cxnChg>
        <pc:cxnChg chg="add del mod">
          <ac:chgData name="Laura Fellowes" userId="ad24ae3f3b31f6f2" providerId="LiveId" clId="{2FA2C0CE-86D5-4081-89A1-C300A1C40C76}" dt="2026-05-07T12:49:35.920" v="1114" actId="478"/>
          <ac:cxnSpMkLst>
            <pc:docMk/>
            <pc:sldMk cId="3388391822" sldId="499"/>
            <ac:cxnSpMk id="75" creationId="{E278DCA8-E816-0D8E-209E-E1E0DE3D9B26}"/>
          </ac:cxnSpMkLst>
        </pc:cxnChg>
        <pc:cxnChg chg="add mod">
          <ac:chgData name="Laura Fellowes" userId="ad24ae3f3b31f6f2" providerId="LiveId" clId="{2FA2C0CE-86D5-4081-89A1-C300A1C40C76}" dt="2026-05-07T13:32:31.982" v="1368" actId="692"/>
          <ac:cxnSpMkLst>
            <pc:docMk/>
            <pc:sldMk cId="3388391822" sldId="499"/>
            <ac:cxnSpMk id="78" creationId="{706FBCC2-C6E5-458E-2B81-E5774FFA00DA}"/>
          </ac:cxnSpMkLst>
        </pc:cxnChg>
        <pc:cxnChg chg="add mod">
          <ac:chgData name="Laura Fellowes" userId="ad24ae3f3b31f6f2" providerId="LiveId" clId="{2FA2C0CE-86D5-4081-89A1-C300A1C40C76}" dt="2026-05-07T12:51:38.731" v="1126" actId="14100"/>
          <ac:cxnSpMkLst>
            <pc:docMk/>
            <pc:sldMk cId="3388391822" sldId="499"/>
            <ac:cxnSpMk id="89" creationId="{C2110298-3A5C-60DF-1432-D0B27B3D567E}"/>
          </ac:cxnSpMkLst>
        </pc:cxnChg>
        <pc:cxnChg chg="mod">
          <ac:chgData name="Laura Fellowes" userId="ad24ae3f3b31f6f2" providerId="LiveId" clId="{2FA2C0CE-86D5-4081-89A1-C300A1C40C76}" dt="2026-05-07T13:32:31.982" v="1368" actId="692"/>
          <ac:cxnSpMkLst>
            <pc:docMk/>
            <pc:sldMk cId="3388391822" sldId="499"/>
            <ac:cxnSpMk id="97" creationId="{859579F1-9C48-593C-22B1-72C69D546255}"/>
          </ac:cxnSpMkLst>
        </pc:cxnChg>
        <pc:cxnChg chg="mod">
          <ac:chgData name="Laura Fellowes" userId="ad24ae3f3b31f6f2" providerId="LiveId" clId="{2FA2C0CE-86D5-4081-89A1-C300A1C40C76}" dt="2026-05-07T13:32:31.982" v="1368" actId="692"/>
          <ac:cxnSpMkLst>
            <pc:docMk/>
            <pc:sldMk cId="3388391822" sldId="499"/>
            <ac:cxnSpMk id="100" creationId="{84A6406E-674F-3892-8DD5-DFECE22BB045}"/>
          </ac:cxnSpMkLst>
        </pc:cxnChg>
        <pc:cxnChg chg="mod">
          <ac:chgData name="Laura Fellowes" userId="ad24ae3f3b31f6f2" providerId="LiveId" clId="{2FA2C0CE-86D5-4081-89A1-C300A1C40C76}" dt="2026-05-07T13:32:31.982" v="1368" actId="692"/>
          <ac:cxnSpMkLst>
            <pc:docMk/>
            <pc:sldMk cId="3388391822" sldId="499"/>
            <ac:cxnSpMk id="103" creationId="{C905B988-5A5B-6A60-B551-D6C55CF403CF}"/>
          </ac:cxnSpMkLst>
        </pc:cxnChg>
        <pc:cxnChg chg="mod">
          <ac:chgData name="Laura Fellowes" userId="ad24ae3f3b31f6f2" providerId="LiveId" clId="{2FA2C0CE-86D5-4081-89A1-C300A1C40C76}" dt="2026-05-07T13:32:31.982" v="1368" actId="692"/>
          <ac:cxnSpMkLst>
            <pc:docMk/>
            <pc:sldMk cId="3388391822" sldId="499"/>
            <ac:cxnSpMk id="113" creationId="{834ABAF7-1D1E-2287-9E9A-D2DEFD431FCE}"/>
          </ac:cxnSpMkLst>
        </pc:cxnChg>
        <pc:cxnChg chg="mod">
          <ac:chgData name="Laura Fellowes" userId="ad24ae3f3b31f6f2" providerId="LiveId" clId="{2FA2C0CE-86D5-4081-89A1-C300A1C40C76}" dt="2026-05-07T13:32:31.982" v="1368" actId="692"/>
          <ac:cxnSpMkLst>
            <pc:docMk/>
            <pc:sldMk cId="3388391822" sldId="499"/>
            <ac:cxnSpMk id="114" creationId="{06327EF3-D361-4652-A8D2-8D22C68793DD}"/>
          </ac:cxnSpMkLst>
        </pc:cxnChg>
        <pc:cxnChg chg="mod">
          <ac:chgData name="Laura Fellowes" userId="ad24ae3f3b31f6f2" providerId="LiveId" clId="{2FA2C0CE-86D5-4081-89A1-C300A1C40C76}" dt="2026-05-07T13:32:31.982" v="1368" actId="692"/>
          <ac:cxnSpMkLst>
            <pc:docMk/>
            <pc:sldMk cId="3388391822" sldId="499"/>
            <ac:cxnSpMk id="115" creationId="{F22C3E38-73DC-A85C-1ED6-3F2704B2E98D}"/>
          </ac:cxnSpMkLst>
        </pc:cxnChg>
        <pc:cxnChg chg="mod">
          <ac:chgData name="Laura Fellowes" userId="ad24ae3f3b31f6f2" providerId="LiveId" clId="{2FA2C0CE-86D5-4081-89A1-C300A1C40C76}" dt="2026-05-07T12:50:19.914" v="1115" actId="692"/>
          <ac:cxnSpMkLst>
            <pc:docMk/>
            <pc:sldMk cId="3388391822" sldId="499"/>
            <ac:cxnSpMk id="126" creationId="{4DF6B182-0964-E8BA-6BC1-A46269BC94EE}"/>
          </ac:cxnSpMkLst>
        </pc:cxnChg>
        <pc:cxnChg chg="mod">
          <ac:chgData name="Laura Fellowes" userId="ad24ae3f3b31f6f2" providerId="LiveId" clId="{2FA2C0CE-86D5-4081-89A1-C300A1C40C76}" dt="2026-05-07T12:50:19.914" v="1115" actId="692"/>
          <ac:cxnSpMkLst>
            <pc:docMk/>
            <pc:sldMk cId="3388391822" sldId="499"/>
            <ac:cxnSpMk id="129" creationId="{E1112B00-61EF-670B-F383-0A92F2BC48D3}"/>
          </ac:cxnSpMkLst>
        </pc:cxnChg>
        <pc:cxnChg chg="mod">
          <ac:chgData name="Laura Fellowes" userId="ad24ae3f3b31f6f2" providerId="LiveId" clId="{2FA2C0CE-86D5-4081-89A1-C300A1C40C76}" dt="2026-05-07T12:50:19.914" v="1115" actId="692"/>
          <ac:cxnSpMkLst>
            <pc:docMk/>
            <pc:sldMk cId="3388391822" sldId="499"/>
            <ac:cxnSpMk id="132" creationId="{178E8028-963E-6906-D9CC-9CDD431C2484}"/>
          </ac:cxnSpMkLst>
        </pc:cxnChg>
        <pc:cxnChg chg="mod">
          <ac:chgData name="Laura Fellowes" userId="ad24ae3f3b31f6f2" providerId="LiveId" clId="{2FA2C0CE-86D5-4081-89A1-C300A1C40C76}" dt="2026-05-07T12:51:46.675" v="1128" actId="14100"/>
          <ac:cxnSpMkLst>
            <pc:docMk/>
            <pc:sldMk cId="3388391822" sldId="499"/>
            <ac:cxnSpMk id="136" creationId="{58A95A11-5486-A47B-823C-541E0B8E5806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2451C8-F163-AAD2-6C97-E8209AD864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D75247-0B81-67D0-B147-E122BAA006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5C924E-53DD-79CA-B0C3-1FB8521B6A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17FE5-9CD7-4A18-934C-3138DBC62915}" type="datetimeFigureOut">
              <a:rPr lang="en-GB" smtClean="0"/>
              <a:t>07/05/2026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2C97C1-0B1E-EC9B-3EA3-0A78E73E61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0803D1-9935-BBCA-6F1C-105F1ADC2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755F4-6F1E-4B6A-9628-D5152E79184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385015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E40E5D-B3EA-1913-6DC8-9964F99AB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74B0F4-D15D-186F-3DE3-3B48729CDA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584980-87B5-2F3D-255E-CF1CC1131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17FE5-9CD7-4A18-934C-3138DBC62915}" type="datetimeFigureOut">
              <a:rPr lang="en-GB" smtClean="0"/>
              <a:t>07/05/2026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9A10C4-2CDE-3EEA-0172-9E67B053F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0CB879-C8E0-0FC8-9A0E-36C1E7E47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755F4-6F1E-4B6A-9628-D5152E79184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986782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6DC61-0B95-82F0-4EA6-0F1772CAF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C511AC-190E-256B-773C-50C8EC2A32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75F7F0-5557-5B87-48A8-F31C511A2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17FE5-9CD7-4A18-934C-3138DBC62915}" type="datetimeFigureOut">
              <a:rPr lang="en-GB" smtClean="0"/>
              <a:t>07/05/2026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06C604-DA0C-0C7C-1FC3-A44D812CDE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6AA659-8CB5-EE9C-4BE3-5D36B97161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755F4-6F1E-4B6A-9628-D5152E79184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774932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657BB-EB2D-7B9C-B668-804845F877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699966-8824-C2D0-BCF1-3C40AD1635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F3D43A-A6BE-7F35-22AC-A42035CAE0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64F7F1-00A3-5007-B466-3751366747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17FE5-9CD7-4A18-934C-3138DBC62915}" type="datetimeFigureOut">
              <a:rPr lang="en-GB" smtClean="0"/>
              <a:t>07/05/2026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CDD39D-3C1D-98C6-0627-74858A6FC8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6C2E4E-E019-BE1D-AAF6-8582B8981A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755F4-6F1E-4B6A-9628-D5152E79184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195517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8ACE04-9B4C-C343-1441-1C136B87E6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599DB5-96DE-658F-E6DC-C896A2C82A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DFC0D9-CD54-3355-AB3F-6DB1E71EFD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222D0B-ADF9-740D-F740-6FCD0CB565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18E3F0A-B490-E90B-A316-03676A137BC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5555C39-AE9A-FE16-289A-4EB96A8B44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17FE5-9CD7-4A18-934C-3138DBC62915}" type="datetimeFigureOut">
              <a:rPr lang="en-GB" smtClean="0"/>
              <a:t>07/05/2026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7FC5352-AE2B-D6E1-EBE2-477CEC925B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84B5999-1D56-405E-AF6A-489C7EECB1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755F4-6F1E-4B6A-9628-D5152E79184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771519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1DDCA4-F73E-4F37-C1B7-38379F5E23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5F1D71E-F6EC-356E-4513-C2CE4A1AAA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17FE5-9CD7-4A18-934C-3138DBC62915}" type="datetimeFigureOut">
              <a:rPr lang="en-GB" smtClean="0"/>
              <a:t>07/05/2026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DF8735-7010-012C-9B07-95D8CCC230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E7832C-3BD5-5D3A-3A1A-F1415651CD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755F4-6F1E-4B6A-9628-D5152E79184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28841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AB7D9E9-4B2F-7E27-B934-B9C4758F12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17FE5-9CD7-4A18-934C-3138DBC62915}" type="datetimeFigureOut">
              <a:rPr lang="en-GB" smtClean="0"/>
              <a:t>07/05/2026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F918E0A-FEA7-4639-7ADC-F1B4F0CCB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F3EB15-C39A-1482-0453-2127C390B6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755F4-6F1E-4B6A-9628-D5152E79184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9949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F8B88-0839-C5D3-4F05-99F0204310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C41DFC-E2D2-7B2B-4187-7E7BB99976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E1D96C-A3DB-3302-7BA7-EEF2858318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30ED15-F24E-4D6A-09D8-113EAE3797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17FE5-9CD7-4A18-934C-3138DBC62915}" type="datetimeFigureOut">
              <a:rPr lang="en-GB" smtClean="0"/>
              <a:t>07/05/2026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EB45C0-619F-5C15-EFF6-1E90ECEB6E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37783C-A010-AE85-DF55-9A025E579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755F4-6F1E-4B6A-9628-D5152E79184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977790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4C33FB-4D53-B501-AA3F-5DF67A251D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5BFD256-7541-4E90-FF92-89DB459624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BCEBD2-1752-1AE0-762C-3B9BBA56B0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C2488B-3D83-C41C-D3B6-587740041D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17FE5-9CD7-4A18-934C-3138DBC62915}" type="datetimeFigureOut">
              <a:rPr lang="en-GB" smtClean="0"/>
              <a:t>07/05/2026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17378C-6505-5A5B-EE25-83BB9E70F0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0201E8-AFC7-21FC-915B-0EDDBB899C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755F4-6F1E-4B6A-9628-D5152E79184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824858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EAD0F5-27D7-7821-07A1-D8CBA25EBD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4CC29D-C3B4-8D97-92CE-B94E4BF988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B0BBFF-CB29-7C35-773F-368342B25D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17FE5-9CD7-4A18-934C-3138DBC62915}" type="datetimeFigureOut">
              <a:rPr lang="en-GB" smtClean="0"/>
              <a:t>07/05/2026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B576BD-3EF8-7781-9832-427022BDF0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7701A4-D3DB-3224-99B6-6EB3B2B50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755F4-6F1E-4B6A-9628-D5152E79184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423611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A9B8BA8-2B58-568B-C4F3-E5CE728283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542A9D-945C-DE23-D371-6AAB0F3FEC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5B0771-8270-6231-2A92-DC350913B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17FE5-9CD7-4A18-934C-3138DBC62915}" type="datetimeFigureOut">
              <a:rPr lang="en-GB" smtClean="0"/>
              <a:t>07/05/2026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094BD6-59D9-652E-F498-6C5839A6F0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D654A7-B801-1937-41C9-3818D01047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755F4-6F1E-4B6A-9628-D5152E79184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04342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2F2500-1AD5-1ED1-888B-2FF76F820D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981B77-33CF-9C4C-5FF8-56323F3E77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79A348-8812-1EB2-3E8E-2CD00A2C91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417FE5-9CD7-4A18-934C-3138DBC62915}" type="datetimeFigureOut">
              <a:rPr lang="en-GB" smtClean="0"/>
              <a:t>07/05/2026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C0AB86-C18C-D71A-4229-43430050E5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C26598-47D9-7A18-5F03-632CA5F2AA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9755F4-6F1E-4B6A-9628-D5152E79184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285113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90BCC340-DBDC-DAD6-FFDC-64CBAC6B29C0}"/>
              </a:ext>
            </a:extLst>
          </p:cNvPr>
          <p:cNvSpPr txBox="1"/>
          <p:nvPr/>
        </p:nvSpPr>
        <p:spPr>
          <a:xfrm>
            <a:off x="0" y="156870"/>
            <a:ext cx="691908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GB" b="1" dirty="0"/>
              <a:t>Model 1</a:t>
            </a:r>
          </a:p>
          <a:p>
            <a:pPr marL="625475" lvl="1" indent="-168275">
              <a:buFont typeface="Arial" panose="020B0604020202020204" pitchFamily="34" charset="0"/>
              <a:buChar char="•"/>
            </a:pPr>
            <a:r>
              <a:rPr lang="en-GB" sz="1400" dirty="0" err="1"/>
              <a:t>X</a:t>
            </a:r>
            <a:r>
              <a:rPr lang="en-GB" sz="1400" baseline="-25000" dirty="0" err="1"/>
              <a:t>test</a:t>
            </a:r>
            <a:r>
              <a:rPr lang="en-GB" sz="1400" dirty="0"/>
              <a:t> patients can be in a side room (isolated) or on a general ward</a:t>
            </a:r>
          </a:p>
          <a:p>
            <a:pPr marL="625475" lvl="1" indent="-168275">
              <a:buFont typeface="Arial" panose="020B0604020202020204" pitchFamily="34" charset="0"/>
              <a:buChar char="•"/>
            </a:pPr>
            <a:r>
              <a:rPr lang="en-GB" sz="1400" dirty="0" err="1"/>
              <a:t>X</a:t>
            </a:r>
            <a:r>
              <a:rPr lang="en-GB" sz="1400" baseline="-25000" dirty="0" err="1"/>
              <a:t>treat</a:t>
            </a:r>
            <a:r>
              <a:rPr lang="en-GB" sz="1400" dirty="0"/>
              <a:t> patients are in a side room (isolated)</a:t>
            </a:r>
          </a:p>
          <a:p>
            <a:pPr marL="625475" lvl="1" indent="-168275">
              <a:buFont typeface="Arial" panose="020B0604020202020204" pitchFamily="34" charset="0"/>
              <a:buChar char="•"/>
            </a:pPr>
            <a:r>
              <a:rPr lang="en-GB" sz="1400" dirty="0"/>
              <a:t>FN patients are on a general ward, as are C and I </a:t>
            </a:r>
          </a:p>
        </p:txBody>
      </p:sp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F5E86639-F80B-2604-5021-24122E2EC1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0135480"/>
              </p:ext>
            </p:extLst>
          </p:nvPr>
        </p:nvGraphicFramePr>
        <p:xfrm>
          <a:off x="7075061" y="229320"/>
          <a:ext cx="4838350" cy="6399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7618">
                  <a:extLst>
                    <a:ext uri="{9D8B030D-6E8A-4147-A177-3AD203B41FA5}">
                      <a16:colId xmlns:a16="http://schemas.microsoft.com/office/drawing/2014/main" val="4088796700"/>
                    </a:ext>
                  </a:extLst>
                </a:gridCol>
                <a:gridCol w="712410">
                  <a:extLst>
                    <a:ext uri="{9D8B030D-6E8A-4147-A177-3AD203B41FA5}">
                      <a16:colId xmlns:a16="http://schemas.microsoft.com/office/drawing/2014/main" val="3756655509"/>
                    </a:ext>
                  </a:extLst>
                </a:gridCol>
                <a:gridCol w="3828322">
                  <a:extLst>
                    <a:ext uri="{9D8B030D-6E8A-4147-A177-3AD203B41FA5}">
                      <a16:colId xmlns:a16="http://schemas.microsoft.com/office/drawing/2014/main" val="167169300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endParaRPr lang="en-GB" sz="1200" dirty="0">
                        <a:latin typeface="+mn-lt"/>
                      </a:endParaRP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GB" sz="1200" dirty="0">
                        <a:latin typeface="+mn-lt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Potential source of hospital-acquired infection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4744355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endParaRPr lang="en-GB" sz="1200" dirty="0">
                        <a:latin typeface="+mn-lt"/>
                      </a:endParaRP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GB" sz="1200" dirty="0">
                        <a:latin typeface="+mn-lt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Not a potential source of hospital-acquired infection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1757276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endParaRPr lang="en-GB" sz="1200" baseline="0" dirty="0">
                        <a:latin typeface="+mn-lt"/>
                      </a:endParaRP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 dirty="0">
                        <a:latin typeface="+mn-lt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i="1" dirty="0">
                          <a:solidFill>
                            <a:schemeClr val="tx1"/>
                          </a:solidFill>
                          <a:latin typeface="+mn-lt"/>
                        </a:rPr>
                        <a:t>C. difficile</a:t>
                      </a:r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 transmission, progression and recovery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5558716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endParaRPr lang="en-GB" sz="1200" baseline="0" dirty="0">
                        <a:latin typeface="+mn-lt"/>
                      </a:endParaRP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 dirty="0">
                        <a:latin typeface="+mn-lt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Hospital population dynamics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65979695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200" baseline="0" dirty="0">
                          <a:solidFill>
                            <a:schemeClr val="tx1"/>
                          </a:solidFill>
                          <a:latin typeface="+mn-lt"/>
                        </a:rPr>
                        <a:t>S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Susceptible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75171542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200" baseline="0" dirty="0">
                          <a:solidFill>
                            <a:schemeClr val="tx1"/>
                          </a:solidFill>
                          <a:latin typeface="+mn-lt"/>
                        </a:rPr>
                        <a:t>C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GB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Colonised (asymptomatic)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4906490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I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GB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Infected (symptomatic)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86645918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X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test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Being tested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954224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X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treat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Being treated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32938218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FN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GB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False negatives awaiting retesting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4009406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D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GB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Dead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5035994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l-GR" sz="1200" dirty="0">
                          <a:solidFill>
                            <a:schemeClr val="tx1"/>
                          </a:solidFill>
                          <a:latin typeface="+mn-lt"/>
                        </a:rPr>
                        <a:t>λ</a:t>
                      </a:r>
                      <a:endParaRPr lang="en-GB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lambda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Force of colonisation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8132941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α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alpha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Rate of progression from colonisation to infection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88925126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γ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gamma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</a:rPr>
                        <a:t>Suspected cases identification rate</a:t>
                      </a:r>
                      <a:endParaRPr lang="en-GB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80561702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l-GR" sz="1200" baseline="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θ</a:t>
                      </a:r>
                      <a:endParaRPr lang="en-GB" sz="1200" baseline="0" dirty="0">
                        <a:solidFill>
                          <a:schemeClr val="tx1"/>
                        </a:solidFill>
                        <a:latin typeface="Aptos" panose="020B0004020202020204" pitchFamily="34" charset="0"/>
                      </a:endParaRP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theta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Confirmed cases rate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02209053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l-GR" sz="1200" baseline="0" dirty="0">
                          <a:solidFill>
                            <a:schemeClr val="tx1"/>
                          </a:solidFill>
                          <a:latin typeface="+mn-lt"/>
                        </a:rPr>
                        <a:t>π</a:t>
                      </a:r>
                      <a:endParaRPr lang="en-GB" sz="1200" baseline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pi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False negatives rate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98226636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l-GR" sz="1200" baseline="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σ</a:t>
                      </a:r>
                      <a:endParaRPr lang="en-GB" sz="1200" baseline="0" dirty="0">
                        <a:solidFill>
                          <a:schemeClr val="tx1"/>
                        </a:solidFill>
                        <a:latin typeface="Aptos" panose="020B0004020202020204" pitchFamily="34" charset="0"/>
                      </a:endParaRP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sigma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Retesting false negatives rate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47741033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200" baseline="0" dirty="0">
                          <a:solidFill>
                            <a:schemeClr val="tx1"/>
                          </a:solidFill>
                          <a:latin typeface="+mn-lt"/>
                        </a:rPr>
                        <a:t>δ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delta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Recovery rate (with return to a general ward)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79364648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200" baseline="0" dirty="0">
                          <a:solidFill>
                            <a:schemeClr val="tx1"/>
                          </a:solidFill>
                          <a:latin typeface="+mn-lt"/>
                        </a:rPr>
                        <a:t>μ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mu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Rate of decolonisation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4920307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200" baseline="0" dirty="0">
                          <a:solidFill>
                            <a:schemeClr val="tx1"/>
                          </a:solidFill>
                          <a:latin typeface="+mn-lt"/>
                        </a:rPr>
                        <a:t>d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GB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Discharge rates (no discharges from </a:t>
                      </a:r>
                      <a:r>
                        <a:rPr lang="en-GB" sz="1200" dirty="0" err="1">
                          <a:solidFill>
                            <a:schemeClr val="tx1"/>
                          </a:solidFill>
                          <a:latin typeface="+mn-lt"/>
                        </a:rPr>
                        <a:t>Xtest</a:t>
                      </a:r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)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0180128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200" baseline="0" dirty="0">
                          <a:solidFill>
                            <a:schemeClr val="tx1"/>
                          </a:solidFill>
                          <a:latin typeface="+mn-lt"/>
                        </a:rPr>
                        <a:t>a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Admission rates to S, C &amp; I (in constant proportions)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7953452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200" baseline="0" dirty="0">
                          <a:solidFill>
                            <a:schemeClr val="tx1"/>
                          </a:solidFill>
                          <a:latin typeface="+mn-lt"/>
                        </a:rPr>
                        <a:t>m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Mortality rates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64743037"/>
                  </a:ext>
                </a:extLst>
              </a:tr>
            </a:tbl>
          </a:graphicData>
        </a:graphic>
      </p:graphicFrame>
      <p:sp>
        <p:nvSpPr>
          <p:cNvPr id="50" name="Oval 49">
            <a:extLst>
              <a:ext uri="{FF2B5EF4-FFF2-40B4-BE49-F238E27FC236}">
                <a16:creationId xmlns:a16="http://schemas.microsoft.com/office/drawing/2014/main" id="{D93AA799-DB74-9EB3-90DC-93A306283C8A}"/>
              </a:ext>
            </a:extLst>
          </p:cNvPr>
          <p:cNvSpPr/>
          <p:nvPr/>
        </p:nvSpPr>
        <p:spPr>
          <a:xfrm>
            <a:off x="7133174" y="283071"/>
            <a:ext cx="216000" cy="21600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4D195D5B-0E68-6367-5ADB-63EFB01301D8}"/>
              </a:ext>
            </a:extLst>
          </p:cNvPr>
          <p:cNvSpPr/>
          <p:nvPr/>
        </p:nvSpPr>
        <p:spPr>
          <a:xfrm>
            <a:off x="7132234" y="568308"/>
            <a:ext cx="216000" cy="2160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DB84588-9299-9D4C-AE2C-C11D5042A739}"/>
              </a:ext>
            </a:extLst>
          </p:cNvPr>
          <p:cNvCxnSpPr>
            <a:cxnSpLocks/>
          </p:cNvCxnSpPr>
          <p:nvPr/>
        </p:nvCxnSpPr>
        <p:spPr>
          <a:xfrm>
            <a:off x="7126491" y="961851"/>
            <a:ext cx="252000" cy="0"/>
          </a:xfrm>
          <a:prstGeom prst="straightConnector1">
            <a:avLst/>
          </a:prstGeom>
          <a:ln w="19050"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B6305FED-80AC-F205-0D3B-699A22A1BD9A}"/>
              </a:ext>
            </a:extLst>
          </p:cNvPr>
          <p:cNvCxnSpPr>
            <a:cxnSpLocks/>
          </p:cNvCxnSpPr>
          <p:nvPr/>
        </p:nvCxnSpPr>
        <p:spPr>
          <a:xfrm>
            <a:off x="7136675" y="1252595"/>
            <a:ext cx="252000" cy="0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FE12BD97-ABB6-DB49-3CC6-7550AD239A20}"/>
              </a:ext>
            </a:extLst>
          </p:cNvPr>
          <p:cNvSpPr txBox="1"/>
          <p:nvPr/>
        </p:nvSpPr>
        <p:spPr>
          <a:xfrm>
            <a:off x="5363137" y="6074818"/>
            <a:ext cx="15226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Community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7E82E24F-B82C-3C69-101C-1FC607A63135}"/>
              </a:ext>
            </a:extLst>
          </p:cNvPr>
          <p:cNvSpPr txBox="1"/>
          <p:nvPr/>
        </p:nvSpPr>
        <p:spPr>
          <a:xfrm>
            <a:off x="402191" y="4849394"/>
            <a:ext cx="4376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chemeClr val="bg2">
                    <a:lumMod val="50000"/>
                  </a:schemeClr>
                </a:solidFill>
              </a:rPr>
              <a:t>a</a:t>
            </a:r>
            <a:r>
              <a:rPr lang="en-US" sz="1600" baseline="-25000" dirty="0" err="1">
                <a:solidFill>
                  <a:schemeClr val="bg2">
                    <a:lumMod val="50000"/>
                  </a:schemeClr>
                </a:solidFill>
              </a:rPr>
              <a:t>S</a:t>
            </a:r>
            <a:endParaRPr lang="en-US" sz="1600" baseline="-25000" dirty="0">
              <a:solidFill>
                <a:schemeClr val="bg2">
                  <a:lumMod val="50000"/>
                </a:schemeClr>
              </a:solidFill>
            </a:endParaRPr>
          </a:p>
        </p:txBody>
      </p: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47C94E28-7893-6020-24E0-8A8969B17D77}"/>
              </a:ext>
            </a:extLst>
          </p:cNvPr>
          <p:cNvGrpSpPr/>
          <p:nvPr/>
        </p:nvGrpSpPr>
        <p:grpSpPr>
          <a:xfrm>
            <a:off x="546115" y="1246863"/>
            <a:ext cx="6156529" cy="5370850"/>
            <a:chOff x="546115" y="1119378"/>
            <a:chExt cx="6156529" cy="537085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86CF21CD-26C9-8ED0-696C-AB2AECFB1570}"/>
                </a:ext>
              </a:extLst>
            </p:cNvPr>
            <p:cNvSpPr/>
            <p:nvPr/>
          </p:nvSpPr>
          <p:spPr>
            <a:xfrm>
              <a:off x="546115" y="1119378"/>
              <a:ext cx="6156529" cy="348491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A782B086-539B-3562-AA38-280CD035DCC8}"/>
                </a:ext>
              </a:extLst>
            </p:cNvPr>
            <p:cNvGrpSpPr/>
            <p:nvPr/>
          </p:nvGrpSpPr>
          <p:grpSpPr>
            <a:xfrm>
              <a:off x="708332" y="2892871"/>
              <a:ext cx="575999" cy="576000"/>
              <a:chOff x="2181846" y="1019175"/>
              <a:chExt cx="366273" cy="576000"/>
            </a:xfrm>
            <a:solidFill>
              <a:schemeClr val="accent6">
                <a:lumMod val="20000"/>
                <a:lumOff val="80000"/>
              </a:schemeClr>
            </a:solidFill>
          </p:grpSpPr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93654173-F512-3504-6E3D-C49E053DFEEC}"/>
                  </a:ext>
                </a:extLst>
              </p:cNvPr>
              <p:cNvSpPr/>
              <p:nvPr/>
            </p:nvSpPr>
            <p:spPr>
              <a:xfrm>
                <a:off x="2181846" y="1019175"/>
                <a:ext cx="366273" cy="576000"/>
              </a:xfrm>
              <a:prstGeom prst="ellipse">
                <a:avLst/>
              </a:prstGeom>
              <a:grpFill/>
              <a:ln w="19050"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863B819-D15D-3F3B-8792-258939BA8754}"/>
                  </a:ext>
                </a:extLst>
              </p:cNvPr>
              <p:cNvSpPr txBox="1"/>
              <p:nvPr/>
            </p:nvSpPr>
            <p:spPr>
              <a:xfrm flipH="1">
                <a:off x="2273076" y="1132639"/>
                <a:ext cx="168642" cy="338554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/>
                  <a:t>S</a:t>
                </a:r>
                <a:endParaRPr lang="en-US" sz="1600" dirty="0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0CAB2224-A24D-03BE-5213-A286D91F7615}"/>
                </a:ext>
              </a:extLst>
            </p:cNvPr>
            <p:cNvGrpSpPr/>
            <p:nvPr/>
          </p:nvGrpSpPr>
          <p:grpSpPr>
            <a:xfrm>
              <a:off x="1751735" y="2892869"/>
              <a:ext cx="575999" cy="576000"/>
              <a:chOff x="2370102" y="2176637"/>
              <a:chExt cx="575999" cy="576000"/>
            </a:xfrm>
          </p:grpSpPr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5A1AAD0B-2938-294C-AF1B-FB74BDBFB225}"/>
                  </a:ext>
                </a:extLst>
              </p:cNvPr>
              <p:cNvSpPr/>
              <p:nvPr/>
            </p:nvSpPr>
            <p:spPr>
              <a:xfrm>
                <a:off x="2370102" y="2176637"/>
                <a:ext cx="575999" cy="576000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19050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889F36C-5F10-CCDF-6B54-35272765A68B}"/>
                  </a:ext>
                </a:extLst>
              </p:cNvPr>
              <p:cNvSpPr txBox="1"/>
              <p:nvPr/>
            </p:nvSpPr>
            <p:spPr>
              <a:xfrm>
                <a:off x="2509777" y="2305908"/>
                <a:ext cx="35735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/>
                  <a:t>C</a:t>
                </a:r>
                <a:endParaRPr lang="en-US" sz="1600" dirty="0"/>
              </a:p>
            </p:txBody>
          </p: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CC142DA5-CBCD-6891-8054-12F64E782D5E}"/>
                </a:ext>
              </a:extLst>
            </p:cNvPr>
            <p:cNvGrpSpPr/>
            <p:nvPr/>
          </p:nvGrpSpPr>
          <p:grpSpPr>
            <a:xfrm>
              <a:off x="2795138" y="2892868"/>
              <a:ext cx="576000" cy="576000"/>
              <a:chOff x="5405530" y="2176637"/>
              <a:chExt cx="576000" cy="576000"/>
            </a:xfrm>
          </p:grpSpPr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C393C4ED-83E5-0D93-D3CE-4F9DD407E288}"/>
                  </a:ext>
                </a:extLst>
              </p:cNvPr>
              <p:cNvSpPr/>
              <p:nvPr/>
            </p:nvSpPr>
            <p:spPr>
              <a:xfrm>
                <a:off x="5405530" y="2176637"/>
                <a:ext cx="576000" cy="576000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19050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7D9338F-873C-97B0-0CAD-14FE30BFCA63}"/>
                  </a:ext>
                </a:extLst>
              </p:cNvPr>
              <p:cNvSpPr txBox="1"/>
              <p:nvPr/>
            </p:nvSpPr>
            <p:spPr>
              <a:xfrm>
                <a:off x="5589884" y="2305908"/>
                <a:ext cx="246189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/>
                  <a:t>I</a:t>
                </a:r>
                <a:endParaRPr lang="en-US" sz="1600" dirty="0"/>
              </a:p>
            </p:txBody>
          </p:sp>
        </p:grp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A864AC01-B5BD-3489-C8C4-184C11E9023F}"/>
                </a:ext>
              </a:extLst>
            </p:cNvPr>
            <p:cNvCxnSpPr>
              <a:cxnSpLocks/>
              <a:stCxn id="4" idx="7"/>
              <a:endCxn id="8" idx="1"/>
            </p:cNvCxnSpPr>
            <p:nvPr/>
          </p:nvCxnSpPr>
          <p:spPr>
            <a:xfrm flipV="1">
              <a:off x="1199978" y="2977222"/>
              <a:ext cx="636110" cy="2"/>
            </a:xfrm>
            <a:prstGeom prst="straightConnector1">
              <a:avLst/>
            </a:prstGeom>
            <a:ln w="19050">
              <a:solidFill>
                <a:schemeClr val="tx2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1ABD806D-5C8D-7B0B-D63A-61EE1A2BD697}"/>
                </a:ext>
              </a:extLst>
            </p:cNvPr>
            <p:cNvCxnSpPr>
              <a:cxnSpLocks/>
              <a:stCxn id="8" idx="7"/>
              <a:endCxn id="11" idx="1"/>
            </p:cNvCxnSpPr>
            <p:nvPr/>
          </p:nvCxnSpPr>
          <p:spPr>
            <a:xfrm flipV="1">
              <a:off x="2243381" y="2977221"/>
              <a:ext cx="636110" cy="1"/>
            </a:xfrm>
            <a:prstGeom prst="straightConnector1">
              <a:avLst/>
            </a:prstGeom>
            <a:ln w="19050">
              <a:solidFill>
                <a:schemeClr val="tx2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5DE472A8-F837-6BD7-119A-38B27226943B}"/>
                </a:ext>
              </a:extLst>
            </p:cNvPr>
            <p:cNvSpPr txBox="1"/>
            <p:nvPr/>
          </p:nvSpPr>
          <p:spPr>
            <a:xfrm>
              <a:off x="2381413" y="2881047"/>
              <a:ext cx="34300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α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59E02144-E36C-851E-60AC-12E3D5D002BE}"/>
                </a:ext>
              </a:extLst>
            </p:cNvPr>
            <p:cNvSpPr txBox="1"/>
            <p:nvPr/>
          </p:nvSpPr>
          <p:spPr>
            <a:xfrm>
              <a:off x="1375024" y="2916215"/>
              <a:ext cx="34300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600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λ</a:t>
              </a:r>
              <a:endParaRPr lang="en-US" sz="1600" dirty="0">
                <a:solidFill>
                  <a:schemeClr val="tx2">
                    <a:lumMod val="75000"/>
                    <a:lumOff val="25000"/>
                  </a:schemeClr>
                </a:solidFill>
              </a:endParaRPr>
            </a:p>
          </p:txBody>
        </p:sp>
        <p:cxnSp>
          <p:nvCxnSpPr>
            <p:cNvPr id="60" name="Straight Arrow Connector 59">
              <a:extLst>
                <a:ext uri="{FF2B5EF4-FFF2-40B4-BE49-F238E27FC236}">
                  <a16:creationId xmlns:a16="http://schemas.microsoft.com/office/drawing/2014/main" id="{31410BC6-7F4D-7D4B-6EB2-3D4AE91001A3}"/>
                </a:ext>
              </a:extLst>
            </p:cNvPr>
            <p:cNvCxnSpPr>
              <a:cxnSpLocks/>
              <a:stCxn id="4" idx="5"/>
              <a:endCxn id="8" idx="3"/>
            </p:cNvCxnSpPr>
            <p:nvPr/>
          </p:nvCxnSpPr>
          <p:spPr>
            <a:xfrm flipV="1">
              <a:off x="1199978" y="3384516"/>
              <a:ext cx="636110" cy="2"/>
            </a:xfrm>
            <a:prstGeom prst="straightConnector1">
              <a:avLst/>
            </a:prstGeom>
            <a:ln w="19050">
              <a:solidFill>
                <a:schemeClr val="tx2">
                  <a:lumMod val="75000"/>
                  <a:lumOff val="25000"/>
                </a:schemeClr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6E43C3C3-58C8-BB93-5493-F976F7511301}"/>
                </a:ext>
              </a:extLst>
            </p:cNvPr>
            <p:cNvSpPr txBox="1"/>
            <p:nvPr/>
          </p:nvSpPr>
          <p:spPr>
            <a:xfrm>
              <a:off x="1365150" y="3290365"/>
              <a:ext cx="24957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μ</a:t>
              </a:r>
            </a:p>
          </p:txBody>
        </p: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58D4803C-1588-C973-A708-D8EFC35F7F46}"/>
                </a:ext>
              </a:extLst>
            </p:cNvPr>
            <p:cNvGrpSpPr/>
            <p:nvPr/>
          </p:nvGrpSpPr>
          <p:grpSpPr>
            <a:xfrm>
              <a:off x="4910144" y="2898676"/>
              <a:ext cx="604198" cy="576000"/>
              <a:chOff x="1659284" y="1019175"/>
              <a:chExt cx="384205" cy="576000"/>
            </a:xfrm>
            <a:solidFill>
              <a:schemeClr val="accent6">
                <a:lumMod val="20000"/>
                <a:lumOff val="80000"/>
              </a:schemeClr>
            </a:solidFill>
          </p:grpSpPr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277EE4EB-0E76-8F64-EA25-4182B2E7CCB8}"/>
                  </a:ext>
                </a:extLst>
              </p:cNvPr>
              <p:cNvSpPr/>
              <p:nvPr/>
            </p:nvSpPr>
            <p:spPr>
              <a:xfrm>
                <a:off x="1659284" y="1019175"/>
                <a:ext cx="366273" cy="576000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19050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FDE969E-A011-F782-9B47-9126EE3FF347}"/>
                  </a:ext>
                </a:extLst>
              </p:cNvPr>
              <p:cNvSpPr txBox="1"/>
              <p:nvPr/>
            </p:nvSpPr>
            <p:spPr>
              <a:xfrm>
                <a:off x="1691300" y="1148446"/>
                <a:ext cx="352189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 err="1"/>
                  <a:t>X</a:t>
                </a:r>
                <a:r>
                  <a:rPr lang="en-GB" sz="1600" baseline="-25000" dirty="0" err="1"/>
                  <a:t>test</a:t>
                </a:r>
                <a:endParaRPr lang="en-US" sz="1600" baseline="-25000" dirty="0"/>
              </a:p>
            </p:txBody>
          </p:sp>
        </p:grp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A408D859-D768-4AE7-FD75-09132645783C}"/>
                </a:ext>
              </a:extLst>
            </p:cNvPr>
            <p:cNvCxnSpPr>
              <a:cxnSpLocks/>
              <a:stCxn id="11" idx="7"/>
              <a:endCxn id="15" idx="1"/>
            </p:cNvCxnSpPr>
            <p:nvPr/>
          </p:nvCxnSpPr>
          <p:spPr>
            <a:xfrm>
              <a:off x="3286785" y="2977221"/>
              <a:ext cx="1707712" cy="5808"/>
            </a:xfrm>
            <a:prstGeom prst="straightConnector1">
              <a:avLst/>
            </a:prstGeom>
            <a:ln w="19050">
              <a:solidFill>
                <a:schemeClr val="tx2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B477E30-C72D-F74F-865E-7EEA55527BBD}"/>
                </a:ext>
              </a:extLst>
            </p:cNvPr>
            <p:cNvSpPr txBox="1"/>
            <p:nvPr/>
          </p:nvSpPr>
          <p:spPr>
            <a:xfrm>
              <a:off x="4388578" y="2898631"/>
              <a:ext cx="24439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l-GR" sz="1600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γ</a:t>
              </a:r>
              <a:endParaRPr lang="en-US" sz="1600" dirty="0">
                <a:solidFill>
                  <a:schemeClr val="tx2">
                    <a:lumMod val="75000"/>
                    <a:lumOff val="25000"/>
                  </a:schemeClr>
                </a:solidFill>
              </a:endParaRPr>
            </a:p>
          </p:txBody>
        </p:sp>
        <p:cxnSp>
          <p:nvCxnSpPr>
            <p:cNvPr id="32" name="Connector: Elbow 31">
              <a:extLst>
                <a:ext uri="{FF2B5EF4-FFF2-40B4-BE49-F238E27FC236}">
                  <a16:creationId xmlns:a16="http://schemas.microsoft.com/office/drawing/2014/main" id="{395A7676-0149-33A1-A207-F0899F44C816}"/>
                </a:ext>
              </a:extLst>
            </p:cNvPr>
            <p:cNvCxnSpPr>
              <a:cxnSpLocks/>
              <a:stCxn id="13" idx="0"/>
              <a:endCxn id="4" idx="0"/>
            </p:cNvCxnSpPr>
            <p:nvPr/>
          </p:nvCxnSpPr>
          <p:spPr>
            <a:xfrm rot="16200000" flipH="1" flipV="1">
              <a:off x="3632670" y="255797"/>
              <a:ext cx="729" cy="5273418"/>
            </a:xfrm>
            <a:prstGeom prst="bentConnector3">
              <a:avLst>
                <a:gd name="adj1" fmla="val -31358025"/>
              </a:avLst>
            </a:prstGeom>
            <a:ln w="19050">
              <a:solidFill>
                <a:schemeClr val="tx2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31D0707D-2DED-8DC8-1E5D-8CF09446A880}"/>
                </a:ext>
              </a:extLst>
            </p:cNvPr>
            <p:cNvSpPr txBox="1"/>
            <p:nvPr/>
          </p:nvSpPr>
          <p:spPr>
            <a:xfrm>
              <a:off x="6016429" y="2356547"/>
              <a:ext cx="27692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600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δ</a:t>
              </a:r>
              <a:endParaRPr lang="en-US" sz="1600" dirty="0">
                <a:solidFill>
                  <a:schemeClr val="tx2">
                    <a:lumMod val="75000"/>
                    <a:lumOff val="25000"/>
                  </a:schemeClr>
                </a:solidFill>
              </a:endParaRPr>
            </a:p>
          </p:txBody>
        </p:sp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10AE9607-9B7A-189D-1553-2A7FFA389380}"/>
                </a:ext>
              </a:extLst>
            </p:cNvPr>
            <p:cNvCxnSpPr>
              <a:cxnSpLocks/>
            </p:cNvCxnSpPr>
            <p:nvPr/>
          </p:nvCxnSpPr>
          <p:spPr>
            <a:xfrm>
              <a:off x="6275712" y="3463278"/>
              <a:ext cx="0" cy="1980000"/>
            </a:xfrm>
            <a:prstGeom prst="straightConnector1">
              <a:avLst/>
            </a:prstGeom>
            <a:ln w="19050">
              <a:solidFill>
                <a:schemeClr val="bg2">
                  <a:lumMod val="50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DBAFA840-BED8-A897-8C14-A09585E6976E}"/>
                </a:ext>
              </a:extLst>
            </p:cNvPr>
            <p:cNvSpPr txBox="1"/>
            <p:nvPr/>
          </p:nvSpPr>
          <p:spPr>
            <a:xfrm>
              <a:off x="642017" y="1189151"/>
              <a:ext cx="152265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600" dirty="0"/>
                <a:t>Hospital</a:t>
              </a: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77BFD2C9-F0FC-A918-E76F-ED2A7F0B5352}"/>
                </a:ext>
              </a:extLst>
            </p:cNvPr>
            <p:cNvSpPr/>
            <p:nvPr/>
          </p:nvSpPr>
          <p:spPr>
            <a:xfrm>
              <a:off x="546115" y="5450416"/>
              <a:ext cx="6153573" cy="103981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1770EB9D-E337-38D7-3DB7-D21AB5C87AA5}"/>
                </a:ext>
              </a:extLst>
            </p:cNvPr>
            <p:cNvGrpSpPr/>
            <p:nvPr/>
          </p:nvGrpSpPr>
          <p:grpSpPr>
            <a:xfrm>
              <a:off x="708325" y="5737110"/>
              <a:ext cx="575999" cy="576000"/>
              <a:chOff x="896085" y="5162305"/>
              <a:chExt cx="575999" cy="576000"/>
            </a:xfrm>
          </p:grpSpPr>
          <p:sp>
            <p:nvSpPr>
              <p:cNvPr id="56" name="Oval 55">
                <a:extLst>
                  <a:ext uri="{FF2B5EF4-FFF2-40B4-BE49-F238E27FC236}">
                    <a16:creationId xmlns:a16="http://schemas.microsoft.com/office/drawing/2014/main" id="{1D790574-F05E-80E1-4026-B6C361C47BFA}"/>
                  </a:ext>
                </a:extLst>
              </p:cNvPr>
              <p:cNvSpPr/>
              <p:nvPr/>
            </p:nvSpPr>
            <p:spPr>
              <a:xfrm>
                <a:off x="896085" y="5162305"/>
                <a:ext cx="575999" cy="576000"/>
              </a:xfrm>
              <a:prstGeom prst="ellipse">
                <a:avLst/>
              </a:prstGeom>
              <a:solidFill>
                <a:schemeClr val="bg2">
                  <a:lumMod val="90000"/>
                </a:schemeClr>
              </a:solidFill>
              <a:ln w="19050"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1D6D6103-F589-7AEE-7FDE-444F8F7CDF1B}"/>
                  </a:ext>
                </a:extLst>
              </p:cNvPr>
              <p:cNvSpPr txBox="1"/>
              <p:nvPr/>
            </p:nvSpPr>
            <p:spPr>
              <a:xfrm flipH="1">
                <a:off x="1051434" y="5275769"/>
                <a:ext cx="265206" cy="338554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>
                    <a:solidFill>
                      <a:schemeClr val="bg2">
                        <a:lumMod val="50000"/>
                      </a:schemeClr>
                    </a:solidFill>
                  </a:rPr>
                  <a:t>S</a:t>
                </a:r>
                <a:endParaRPr lang="en-US" sz="1600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5E4966D4-04EC-C4CA-3847-CAAB00B335B9}"/>
                </a:ext>
              </a:extLst>
            </p:cNvPr>
            <p:cNvGrpSpPr/>
            <p:nvPr/>
          </p:nvGrpSpPr>
          <p:grpSpPr>
            <a:xfrm>
              <a:off x="1745690" y="5737110"/>
              <a:ext cx="575999" cy="576000"/>
              <a:chOff x="2310240" y="5162303"/>
              <a:chExt cx="575999" cy="576000"/>
            </a:xfrm>
          </p:grpSpPr>
          <p:sp>
            <p:nvSpPr>
              <p:cNvPr id="61" name="Oval 60">
                <a:extLst>
                  <a:ext uri="{FF2B5EF4-FFF2-40B4-BE49-F238E27FC236}">
                    <a16:creationId xmlns:a16="http://schemas.microsoft.com/office/drawing/2014/main" id="{AD3621B7-7BFD-70FE-EBF9-F1B87C42141E}"/>
                  </a:ext>
                </a:extLst>
              </p:cNvPr>
              <p:cNvSpPr/>
              <p:nvPr/>
            </p:nvSpPr>
            <p:spPr>
              <a:xfrm>
                <a:off x="2310240" y="5162303"/>
                <a:ext cx="575999" cy="576000"/>
              </a:xfrm>
              <a:prstGeom prst="ellipse">
                <a:avLst/>
              </a:prstGeom>
              <a:solidFill>
                <a:schemeClr val="bg2">
                  <a:lumMod val="90000"/>
                </a:schemeClr>
              </a:solidFill>
              <a:ln w="19050"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F486FE5E-EC21-1223-FFD3-43B97BE0E28A}"/>
                  </a:ext>
                </a:extLst>
              </p:cNvPr>
              <p:cNvSpPr txBox="1"/>
              <p:nvPr/>
            </p:nvSpPr>
            <p:spPr>
              <a:xfrm>
                <a:off x="2449915" y="5291574"/>
                <a:ext cx="35735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>
                    <a:solidFill>
                      <a:schemeClr val="bg2">
                        <a:lumMod val="50000"/>
                      </a:schemeClr>
                    </a:solidFill>
                  </a:rPr>
                  <a:t>C</a:t>
                </a:r>
                <a:endParaRPr lang="en-US" sz="1600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EA203AAA-8A7B-44E3-FF75-98A7DECF24DD}"/>
                </a:ext>
              </a:extLst>
            </p:cNvPr>
            <p:cNvGrpSpPr/>
            <p:nvPr/>
          </p:nvGrpSpPr>
          <p:grpSpPr>
            <a:xfrm>
              <a:off x="2795138" y="5731851"/>
              <a:ext cx="576000" cy="576000"/>
              <a:chOff x="3859213" y="5162302"/>
              <a:chExt cx="576000" cy="576000"/>
            </a:xfrm>
          </p:grpSpPr>
          <p:sp>
            <p:nvSpPr>
              <p:cNvPr id="65" name="Oval 64">
                <a:extLst>
                  <a:ext uri="{FF2B5EF4-FFF2-40B4-BE49-F238E27FC236}">
                    <a16:creationId xmlns:a16="http://schemas.microsoft.com/office/drawing/2014/main" id="{65EC8F08-8EB8-3154-C00B-E353C47980A3}"/>
                  </a:ext>
                </a:extLst>
              </p:cNvPr>
              <p:cNvSpPr/>
              <p:nvPr/>
            </p:nvSpPr>
            <p:spPr>
              <a:xfrm>
                <a:off x="3859213" y="5162302"/>
                <a:ext cx="576000" cy="576000"/>
              </a:xfrm>
              <a:prstGeom prst="ellipse">
                <a:avLst/>
              </a:prstGeom>
              <a:solidFill>
                <a:schemeClr val="bg2">
                  <a:lumMod val="90000"/>
                </a:schemeClr>
              </a:solidFill>
              <a:ln w="19050"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8B41FBB7-3C08-4698-4FCB-4F9ED179ED85}"/>
                  </a:ext>
                </a:extLst>
              </p:cNvPr>
              <p:cNvSpPr txBox="1"/>
              <p:nvPr/>
            </p:nvSpPr>
            <p:spPr>
              <a:xfrm>
                <a:off x="4043567" y="5291573"/>
                <a:ext cx="246189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>
                    <a:solidFill>
                      <a:schemeClr val="bg2">
                        <a:lumMod val="50000"/>
                      </a:schemeClr>
                    </a:solidFill>
                  </a:rPr>
                  <a:t>I</a:t>
                </a:r>
                <a:endParaRPr lang="en-US" sz="1600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</p:grp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1BF7C3BA-B4AB-B027-1DC1-962084E0622B}"/>
                </a:ext>
              </a:extLst>
            </p:cNvPr>
            <p:cNvSpPr txBox="1"/>
            <p:nvPr/>
          </p:nvSpPr>
          <p:spPr>
            <a:xfrm>
              <a:off x="970141" y="4875622"/>
              <a:ext cx="48484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err="1">
                  <a:solidFill>
                    <a:schemeClr val="bg2">
                      <a:lumMod val="50000"/>
                    </a:schemeClr>
                  </a:solidFill>
                </a:rPr>
                <a:t>d</a:t>
              </a:r>
              <a:r>
                <a:rPr lang="en-US" sz="1600" baseline="-25000" dirty="0" err="1">
                  <a:solidFill>
                    <a:schemeClr val="bg2">
                      <a:lumMod val="50000"/>
                    </a:schemeClr>
                  </a:solidFill>
                </a:rPr>
                <a:t>S</a:t>
              </a:r>
              <a:endParaRPr lang="en-US" sz="1600" baseline="-25000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899DCDB3-DC20-C844-89A7-E128AE031A33}"/>
                </a:ext>
              </a:extLst>
            </p:cNvPr>
            <p:cNvSpPr txBox="1"/>
            <p:nvPr/>
          </p:nvSpPr>
          <p:spPr>
            <a:xfrm>
              <a:off x="2012786" y="4871485"/>
              <a:ext cx="39530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err="1">
                  <a:solidFill>
                    <a:schemeClr val="bg2">
                      <a:lumMod val="50000"/>
                    </a:schemeClr>
                  </a:solidFill>
                </a:rPr>
                <a:t>d</a:t>
              </a:r>
              <a:r>
                <a:rPr lang="en-US" sz="1600" baseline="-25000" dirty="0" err="1">
                  <a:solidFill>
                    <a:schemeClr val="bg2">
                      <a:lumMod val="50000"/>
                    </a:schemeClr>
                  </a:solidFill>
                </a:rPr>
                <a:t>C</a:t>
              </a:r>
              <a:endParaRPr lang="en-US" sz="1600" baseline="-25000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9006116A-7350-D7AE-F2C6-15E45BBDDC0E}"/>
                </a:ext>
              </a:extLst>
            </p:cNvPr>
            <p:cNvSpPr txBox="1"/>
            <p:nvPr/>
          </p:nvSpPr>
          <p:spPr>
            <a:xfrm>
              <a:off x="3055499" y="4875622"/>
              <a:ext cx="36140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err="1">
                  <a:solidFill>
                    <a:schemeClr val="bg2">
                      <a:lumMod val="50000"/>
                    </a:schemeClr>
                  </a:solidFill>
                </a:rPr>
                <a:t>d</a:t>
              </a:r>
              <a:r>
                <a:rPr lang="en-US" sz="1600" baseline="-25000" dirty="0" err="1">
                  <a:solidFill>
                    <a:schemeClr val="bg2">
                      <a:lumMod val="50000"/>
                    </a:schemeClr>
                  </a:solidFill>
                </a:rPr>
                <a:t>I</a:t>
              </a:r>
              <a:endParaRPr lang="en-US" sz="1600" baseline="-25000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4478C0F9-2EC3-E5E8-F38C-151DB57A620B}"/>
                </a:ext>
              </a:extLst>
            </p:cNvPr>
            <p:cNvSpPr txBox="1"/>
            <p:nvPr/>
          </p:nvSpPr>
          <p:spPr>
            <a:xfrm>
              <a:off x="5650447" y="4866653"/>
              <a:ext cx="68947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err="1">
                  <a:solidFill>
                    <a:schemeClr val="bg2">
                      <a:lumMod val="50000"/>
                    </a:schemeClr>
                  </a:solidFill>
                </a:rPr>
                <a:t>d</a:t>
              </a:r>
              <a:r>
                <a:rPr lang="en-US" sz="1600" baseline="-25000" dirty="0" err="1">
                  <a:solidFill>
                    <a:schemeClr val="bg2">
                      <a:lumMod val="50000"/>
                    </a:schemeClr>
                  </a:solidFill>
                </a:rPr>
                <a:t>Xtreat</a:t>
              </a:r>
              <a:endParaRPr lang="en-US" sz="1600" baseline="-25000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cxnSp>
          <p:nvCxnSpPr>
            <p:cNvPr id="97" name="Straight Arrow Connector 96">
              <a:extLst>
                <a:ext uri="{FF2B5EF4-FFF2-40B4-BE49-F238E27FC236}">
                  <a16:creationId xmlns:a16="http://schemas.microsoft.com/office/drawing/2014/main" id="{859579F1-9C48-593C-22B1-72C69D546255}"/>
                </a:ext>
              </a:extLst>
            </p:cNvPr>
            <p:cNvCxnSpPr>
              <a:cxnSpLocks/>
              <a:stCxn id="56" idx="1"/>
              <a:endCxn id="4" idx="3"/>
            </p:cNvCxnSpPr>
            <p:nvPr/>
          </p:nvCxnSpPr>
          <p:spPr>
            <a:xfrm flipV="1">
              <a:off x="792678" y="3384518"/>
              <a:ext cx="7" cy="2436945"/>
            </a:xfrm>
            <a:prstGeom prst="straightConnector1">
              <a:avLst/>
            </a:prstGeom>
            <a:ln w="19050">
              <a:solidFill>
                <a:schemeClr val="bg2">
                  <a:lumMod val="50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Arrow Connector 99">
              <a:extLst>
                <a:ext uri="{FF2B5EF4-FFF2-40B4-BE49-F238E27FC236}">
                  <a16:creationId xmlns:a16="http://schemas.microsoft.com/office/drawing/2014/main" id="{84A6406E-674F-3892-8DD5-DFECE22BB045}"/>
                </a:ext>
              </a:extLst>
            </p:cNvPr>
            <p:cNvCxnSpPr>
              <a:cxnSpLocks/>
              <a:stCxn id="61" idx="1"/>
              <a:endCxn id="8" idx="3"/>
            </p:cNvCxnSpPr>
            <p:nvPr/>
          </p:nvCxnSpPr>
          <p:spPr>
            <a:xfrm flipV="1">
              <a:off x="1830043" y="3384516"/>
              <a:ext cx="6045" cy="2436947"/>
            </a:xfrm>
            <a:prstGeom prst="straightConnector1">
              <a:avLst/>
            </a:prstGeom>
            <a:ln w="19050">
              <a:solidFill>
                <a:schemeClr val="bg2">
                  <a:lumMod val="50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Arrow Connector 102">
              <a:extLst>
                <a:ext uri="{FF2B5EF4-FFF2-40B4-BE49-F238E27FC236}">
                  <a16:creationId xmlns:a16="http://schemas.microsoft.com/office/drawing/2014/main" id="{C905B988-5A5B-6A60-B551-D6C55CF403CF}"/>
                </a:ext>
              </a:extLst>
            </p:cNvPr>
            <p:cNvCxnSpPr>
              <a:cxnSpLocks/>
              <a:stCxn id="65" idx="1"/>
              <a:endCxn id="11" idx="3"/>
            </p:cNvCxnSpPr>
            <p:nvPr/>
          </p:nvCxnSpPr>
          <p:spPr>
            <a:xfrm flipV="1">
              <a:off x="2879491" y="3384515"/>
              <a:ext cx="0" cy="2431689"/>
            </a:xfrm>
            <a:prstGeom prst="straightConnector1">
              <a:avLst/>
            </a:prstGeom>
            <a:ln w="19050">
              <a:solidFill>
                <a:schemeClr val="bg2">
                  <a:lumMod val="50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EE0121F9-2481-74B4-0A0C-72A316FC0FBB}"/>
                </a:ext>
              </a:extLst>
            </p:cNvPr>
            <p:cNvSpPr txBox="1"/>
            <p:nvPr/>
          </p:nvSpPr>
          <p:spPr>
            <a:xfrm>
              <a:off x="1449744" y="4849394"/>
              <a:ext cx="44647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err="1">
                  <a:solidFill>
                    <a:schemeClr val="bg2">
                      <a:lumMod val="50000"/>
                    </a:schemeClr>
                  </a:solidFill>
                </a:rPr>
                <a:t>a</a:t>
              </a:r>
              <a:r>
                <a:rPr lang="en-US" sz="1600" baseline="-25000" dirty="0" err="1">
                  <a:solidFill>
                    <a:schemeClr val="bg2">
                      <a:lumMod val="50000"/>
                    </a:schemeClr>
                  </a:solidFill>
                </a:rPr>
                <a:t>C</a:t>
              </a:r>
              <a:endParaRPr lang="en-US" sz="1600" baseline="-25000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7C837349-7D3F-7F8F-859E-0F4FBE55AC0C}"/>
                </a:ext>
              </a:extLst>
            </p:cNvPr>
            <p:cNvSpPr txBox="1"/>
            <p:nvPr/>
          </p:nvSpPr>
          <p:spPr>
            <a:xfrm>
              <a:off x="2549140" y="4875622"/>
              <a:ext cx="36162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err="1">
                  <a:solidFill>
                    <a:schemeClr val="bg2">
                      <a:lumMod val="50000"/>
                    </a:schemeClr>
                  </a:solidFill>
                </a:rPr>
                <a:t>a</a:t>
              </a:r>
              <a:r>
                <a:rPr lang="en-US" sz="1600" baseline="-25000" dirty="0" err="1">
                  <a:solidFill>
                    <a:schemeClr val="bg2">
                      <a:lumMod val="50000"/>
                    </a:schemeClr>
                  </a:solidFill>
                </a:rPr>
                <a:t>I</a:t>
              </a:r>
              <a:endParaRPr lang="en-US" sz="1600" baseline="-25000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cxnSp>
          <p:nvCxnSpPr>
            <p:cNvPr id="113" name="Straight Arrow Connector 112">
              <a:extLst>
                <a:ext uri="{FF2B5EF4-FFF2-40B4-BE49-F238E27FC236}">
                  <a16:creationId xmlns:a16="http://schemas.microsoft.com/office/drawing/2014/main" id="{834ABAF7-1D1E-2287-9E9A-D2DEFD431FCE}"/>
                </a:ext>
              </a:extLst>
            </p:cNvPr>
            <p:cNvCxnSpPr>
              <a:cxnSpLocks/>
              <a:stCxn id="8" idx="4"/>
              <a:endCxn id="61" idx="0"/>
            </p:cNvCxnSpPr>
            <p:nvPr/>
          </p:nvCxnSpPr>
          <p:spPr>
            <a:xfrm flipH="1">
              <a:off x="2033690" y="3468869"/>
              <a:ext cx="6045" cy="2268241"/>
            </a:xfrm>
            <a:prstGeom prst="straightConnector1">
              <a:avLst/>
            </a:prstGeom>
            <a:ln w="19050">
              <a:solidFill>
                <a:schemeClr val="bg2">
                  <a:lumMod val="50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Arrow Connector 113">
              <a:extLst>
                <a:ext uri="{FF2B5EF4-FFF2-40B4-BE49-F238E27FC236}">
                  <a16:creationId xmlns:a16="http://schemas.microsoft.com/office/drawing/2014/main" id="{06327EF3-D361-4652-A8D2-8D22C68793DD}"/>
                </a:ext>
              </a:extLst>
            </p:cNvPr>
            <p:cNvCxnSpPr>
              <a:cxnSpLocks/>
              <a:stCxn id="4" idx="4"/>
            </p:cNvCxnSpPr>
            <p:nvPr/>
          </p:nvCxnSpPr>
          <p:spPr>
            <a:xfrm>
              <a:off x="996332" y="3468871"/>
              <a:ext cx="8418" cy="1981545"/>
            </a:xfrm>
            <a:prstGeom prst="straightConnector1">
              <a:avLst/>
            </a:prstGeom>
            <a:ln w="19050">
              <a:solidFill>
                <a:schemeClr val="bg2">
                  <a:lumMod val="50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Arrow Connector 114">
              <a:extLst>
                <a:ext uri="{FF2B5EF4-FFF2-40B4-BE49-F238E27FC236}">
                  <a16:creationId xmlns:a16="http://schemas.microsoft.com/office/drawing/2014/main" id="{F22C3E38-73DC-A85C-1ED6-3F2704B2E98D}"/>
                </a:ext>
              </a:extLst>
            </p:cNvPr>
            <p:cNvCxnSpPr>
              <a:cxnSpLocks/>
              <a:stCxn id="11" idx="4"/>
              <a:endCxn id="65" idx="0"/>
            </p:cNvCxnSpPr>
            <p:nvPr/>
          </p:nvCxnSpPr>
          <p:spPr>
            <a:xfrm>
              <a:off x="3083138" y="3468868"/>
              <a:ext cx="0" cy="2262983"/>
            </a:xfrm>
            <a:prstGeom prst="straightConnector1">
              <a:avLst/>
            </a:prstGeom>
            <a:ln w="19050">
              <a:solidFill>
                <a:schemeClr val="bg2">
                  <a:lumMod val="50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23" name="Group 122">
              <a:extLst>
                <a:ext uri="{FF2B5EF4-FFF2-40B4-BE49-F238E27FC236}">
                  <a16:creationId xmlns:a16="http://schemas.microsoft.com/office/drawing/2014/main" id="{1F91E8B1-1DCE-946D-A064-E93C1142782F}"/>
                </a:ext>
              </a:extLst>
            </p:cNvPr>
            <p:cNvGrpSpPr/>
            <p:nvPr/>
          </p:nvGrpSpPr>
          <p:grpSpPr>
            <a:xfrm>
              <a:off x="3394785" y="1407584"/>
              <a:ext cx="575999" cy="576000"/>
              <a:chOff x="2292594" y="1019175"/>
              <a:chExt cx="366273" cy="576000"/>
            </a:xfrm>
            <a:solidFill>
              <a:schemeClr val="accent6">
                <a:lumMod val="20000"/>
                <a:lumOff val="80000"/>
              </a:schemeClr>
            </a:solidFill>
          </p:grpSpPr>
          <p:sp>
            <p:nvSpPr>
              <p:cNvPr id="124" name="Oval 123">
                <a:extLst>
                  <a:ext uri="{FF2B5EF4-FFF2-40B4-BE49-F238E27FC236}">
                    <a16:creationId xmlns:a16="http://schemas.microsoft.com/office/drawing/2014/main" id="{64C1CD4C-0271-1AA8-7363-ABD39D4775DB}"/>
                  </a:ext>
                </a:extLst>
              </p:cNvPr>
              <p:cNvSpPr/>
              <p:nvPr/>
            </p:nvSpPr>
            <p:spPr>
              <a:xfrm>
                <a:off x="2292594" y="1019175"/>
                <a:ext cx="366273" cy="576000"/>
              </a:xfrm>
              <a:prstGeom prst="ellipse">
                <a:avLst/>
              </a:prstGeom>
              <a:grpFill/>
              <a:ln w="19050"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CC44DD38-88B9-794E-6084-4DF848671AD9}"/>
                  </a:ext>
                </a:extLst>
              </p:cNvPr>
              <p:cNvSpPr txBox="1"/>
              <p:nvPr/>
            </p:nvSpPr>
            <p:spPr>
              <a:xfrm flipH="1">
                <a:off x="2391379" y="1132639"/>
                <a:ext cx="168642" cy="338554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/>
                  <a:t>D</a:t>
                </a:r>
              </a:p>
            </p:txBody>
          </p:sp>
        </p:grpSp>
        <p:cxnSp>
          <p:nvCxnSpPr>
            <p:cNvPr id="126" name="Straight Arrow Connector 125">
              <a:extLst>
                <a:ext uri="{FF2B5EF4-FFF2-40B4-BE49-F238E27FC236}">
                  <a16:creationId xmlns:a16="http://schemas.microsoft.com/office/drawing/2014/main" id="{4DF6B182-0964-E8BA-6BC1-A46269BC94EE}"/>
                </a:ext>
              </a:extLst>
            </p:cNvPr>
            <p:cNvCxnSpPr>
              <a:cxnSpLocks/>
              <a:stCxn id="11" idx="0"/>
              <a:endCxn id="124" idx="4"/>
            </p:cNvCxnSpPr>
            <p:nvPr/>
          </p:nvCxnSpPr>
          <p:spPr>
            <a:xfrm flipV="1">
              <a:off x="3083138" y="1983584"/>
              <a:ext cx="599647" cy="909284"/>
            </a:xfrm>
            <a:prstGeom prst="straightConnector1">
              <a:avLst/>
            </a:prstGeom>
            <a:ln w="19050">
              <a:solidFill>
                <a:schemeClr val="bg2">
                  <a:lumMod val="50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Arrow Connector 128">
              <a:extLst>
                <a:ext uri="{FF2B5EF4-FFF2-40B4-BE49-F238E27FC236}">
                  <a16:creationId xmlns:a16="http://schemas.microsoft.com/office/drawing/2014/main" id="{E1112B00-61EF-670B-F383-0A92F2BC48D3}"/>
                </a:ext>
              </a:extLst>
            </p:cNvPr>
            <p:cNvCxnSpPr>
              <a:cxnSpLocks/>
              <a:stCxn id="4" idx="0"/>
              <a:endCxn id="124" idx="2"/>
            </p:cNvCxnSpPr>
            <p:nvPr/>
          </p:nvCxnSpPr>
          <p:spPr>
            <a:xfrm flipV="1">
              <a:off x="996326" y="1695584"/>
              <a:ext cx="2398459" cy="1197287"/>
            </a:xfrm>
            <a:prstGeom prst="straightConnector1">
              <a:avLst/>
            </a:prstGeom>
            <a:ln w="19050">
              <a:solidFill>
                <a:schemeClr val="bg2">
                  <a:lumMod val="50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Arrow Connector 131">
              <a:extLst>
                <a:ext uri="{FF2B5EF4-FFF2-40B4-BE49-F238E27FC236}">
                  <a16:creationId xmlns:a16="http://schemas.microsoft.com/office/drawing/2014/main" id="{178E8028-963E-6906-D9CC-9CDD431C2484}"/>
                </a:ext>
              </a:extLst>
            </p:cNvPr>
            <p:cNvCxnSpPr>
              <a:cxnSpLocks/>
              <a:stCxn id="8" idx="0"/>
              <a:endCxn id="124" idx="3"/>
            </p:cNvCxnSpPr>
            <p:nvPr/>
          </p:nvCxnSpPr>
          <p:spPr>
            <a:xfrm flipV="1">
              <a:off x="2039735" y="1899231"/>
              <a:ext cx="1439403" cy="993638"/>
            </a:xfrm>
            <a:prstGeom prst="straightConnector1">
              <a:avLst/>
            </a:prstGeom>
            <a:ln w="19050">
              <a:solidFill>
                <a:schemeClr val="bg2">
                  <a:lumMod val="50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Arrow Connector 135">
              <a:extLst>
                <a:ext uri="{FF2B5EF4-FFF2-40B4-BE49-F238E27FC236}">
                  <a16:creationId xmlns:a16="http://schemas.microsoft.com/office/drawing/2014/main" id="{58A95A11-5486-A47B-823C-541E0B8E5806}"/>
                </a:ext>
              </a:extLst>
            </p:cNvPr>
            <p:cNvCxnSpPr>
              <a:cxnSpLocks/>
              <a:stCxn id="15" idx="0"/>
              <a:endCxn id="124" idx="6"/>
            </p:cNvCxnSpPr>
            <p:nvPr/>
          </p:nvCxnSpPr>
          <p:spPr>
            <a:xfrm flipH="1" flipV="1">
              <a:off x="3970784" y="1695584"/>
              <a:ext cx="1227359" cy="1203092"/>
            </a:xfrm>
            <a:prstGeom prst="straightConnector1">
              <a:avLst/>
            </a:prstGeom>
            <a:ln w="19050">
              <a:solidFill>
                <a:schemeClr val="bg2">
                  <a:lumMod val="50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3A6EEBCC-06AB-6A38-FC12-127E32213517}"/>
                </a:ext>
              </a:extLst>
            </p:cNvPr>
            <p:cNvSpPr txBox="1"/>
            <p:nvPr/>
          </p:nvSpPr>
          <p:spPr>
            <a:xfrm>
              <a:off x="1770842" y="2009134"/>
              <a:ext cx="55084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chemeClr val="bg2">
                      <a:lumMod val="50000"/>
                    </a:schemeClr>
                  </a:solidFill>
                </a:rPr>
                <a:t>m</a:t>
              </a:r>
              <a:r>
                <a:rPr lang="en-US" sz="1600" baseline="-25000" dirty="0">
                  <a:solidFill>
                    <a:schemeClr val="bg2">
                      <a:lumMod val="50000"/>
                    </a:schemeClr>
                  </a:solidFill>
                </a:rPr>
                <a:t>S</a:t>
              </a:r>
            </a:p>
          </p:txBody>
        </p: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6ECC8946-AB56-9B85-35FB-0700336BBFF8}"/>
                </a:ext>
              </a:extLst>
            </p:cNvPr>
            <p:cNvSpPr txBox="1"/>
            <p:nvPr/>
          </p:nvSpPr>
          <p:spPr>
            <a:xfrm>
              <a:off x="2485878" y="2009134"/>
              <a:ext cx="50235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err="1">
                  <a:solidFill>
                    <a:schemeClr val="bg2">
                      <a:lumMod val="50000"/>
                    </a:schemeClr>
                  </a:solidFill>
                </a:rPr>
                <a:t>m</a:t>
              </a:r>
              <a:r>
                <a:rPr lang="en-US" sz="1600" baseline="-25000" dirty="0" err="1">
                  <a:solidFill>
                    <a:schemeClr val="bg2">
                      <a:lumMod val="50000"/>
                    </a:schemeClr>
                  </a:solidFill>
                </a:rPr>
                <a:t>C</a:t>
              </a:r>
              <a:endParaRPr lang="en-US" sz="1600" baseline="-25000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A704984C-1DE4-2D0A-BC28-6C0B9F543998}"/>
                </a:ext>
              </a:extLst>
            </p:cNvPr>
            <p:cNvSpPr txBox="1"/>
            <p:nvPr/>
          </p:nvSpPr>
          <p:spPr>
            <a:xfrm>
              <a:off x="3094850" y="2009134"/>
              <a:ext cx="40378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err="1">
                  <a:solidFill>
                    <a:schemeClr val="bg2">
                      <a:lumMod val="50000"/>
                    </a:schemeClr>
                  </a:solidFill>
                </a:rPr>
                <a:t>m</a:t>
              </a:r>
              <a:r>
                <a:rPr lang="en-US" sz="1600" baseline="-25000" dirty="0" err="1">
                  <a:solidFill>
                    <a:schemeClr val="bg2">
                      <a:lumMod val="50000"/>
                    </a:schemeClr>
                  </a:solidFill>
                </a:rPr>
                <a:t>I</a:t>
              </a:r>
              <a:endParaRPr lang="en-US" sz="1600" baseline="-25000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E6C1F798-1D22-005E-8252-E8EF7717A5E1}"/>
                </a:ext>
              </a:extLst>
            </p:cNvPr>
            <p:cNvSpPr txBox="1"/>
            <p:nvPr/>
          </p:nvSpPr>
          <p:spPr>
            <a:xfrm>
              <a:off x="4520273" y="2009134"/>
              <a:ext cx="67694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err="1">
                  <a:solidFill>
                    <a:schemeClr val="bg2">
                      <a:lumMod val="50000"/>
                    </a:schemeClr>
                  </a:solidFill>
                </a:rPr>
                <a:t>m</a:t>
              </a:r>
              <a:r>
                <a:rPr lang="en-US" sz="1600" baseline="-25000" dirty="0" err="1">
                  <a:solidFill>
                    <a:schemeClr val="bg2">
                      <a:lumMod val="50000"/>
                    </a:schemeClr>
                  </a:solidFill>
                </a:rPr>
                <a:t>Xtest</a:t>
              </a:r>
              <a:endParaRPr lang="en-US" sz="1600" baseline="-25000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D92F4E7A-07CE-0C7F-D7ED-135E3C56DE06}"/>
                </a:ext>
              </a:extLst>
            </p:cNvPr>
            <p:cNvCxnSpPr>
              <a:cxnSpLocks/>
              <a:stCxn id="47" idx="7"/>
              <a:endCxn id="15" idx="2"/>
            </p:cNvCxnSpPr>
            <p:nvPr/>
          </p:nvCxnSpPr>
          <p:spPr>
            <a:xfrm flipV="1">
              <a:off x="4330187" y="3186676"/>
              <a:ext cx="579957" cy="562140"/>
            </a:xfrm>
            <a:prstGeom prst="straightConnector1">
              <a:avLst/>
            </a:prstGeom>
            <a:ln w="19050">
              <a:solidFill>
                <a:schemeClr val="tx2">
                  <a:lumMod val="75000"/>
                  <a:lumOff val="25000"/>
                </a:schemeClr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11EEE931-5D03-A1D8-E915-9DB56F6ACF00}"/>
                </a:ext>
              </a:extLst>
            </p:cNvPr>
            <p:cNvSpPr txBox="1"/>
            <p:nvPr/>
          </p:nvSpPr>
          <p:spPr>
            <a:xfrm>
              <a:off x="4377125" y="3236576"/>
              <a:ext cx="24957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π</a:t>
              </a:r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50EBD473-62E0-7197-CB40-615BA52733B9}"/>
                </a:ext>
              </a:extLst>
            </p:cNvPr>
            <p:cNvGrpSpPr/>
            <p:nvPr/>
          </p:nvGrpSpPr>
          <p:grpSpPr>
            <a:xfrm>
              <a:off x="5981744" y="2892142"/>
              <a:ext cx="635630" cy="576000"/>
              <a:chOff x="1659284" y="1019175"/>
              <a:chExt cx="404191" cy="576000"/>
            </a:xfrm>
            <a:solidFill>
              <a:schemeClr val="accent6">
                <a:lumMod val="20000"/>
                <a:lumOff val="80000"/>
              </a:schemeClr>
            </a:solidFill>
          </p:grpSpPr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B4AF7F21-FF55-32D0-BAA7-89F8E26C5B95}"/>
                  </a:ext>
                </a:extLst>
              </p:cNvPr>
              <p:cNvSpPr/>
              <p:nvPr/>
            </p:nvSpPr>
            <p:spPr>
              <a:xfrm>
                <a:off x="1659284" y="1019175"/>
                <a:ext cx="366273" cy="576000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19050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BAFBCD7D-DF7A-79C7-CE5A-7FE2643BCF24}"/>
                  </a:ext>
                </a:extLst>
              </p:cNvPr>
              <p:cNvSpPr txBox="1"/>
              <p:nvPr/>
            </p:nvSpPr>
            <p:spPr>
              <a:xfrm>
                <a:off x="1681340" y="1149172"/>
                <a:ext cx="382135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 err="1"/>
                  <a:t>X</a:t>
                </a:r>
                <a:r>
                  <a:rPr lang="en-GB" sz="1600" baseline="-25000" dirty="0" err="1"/>
                  <a:t>treat</a:t>
                </a:r>
                <a:endParaRPr lang="en-US" sz="1600" baseline="-25000" dirty="0"/>
              </a:p>
            </p:txBody>
          </p:sp>
        </p:grp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E46B26B3-F893-3263-0CC4-11ACCD41360F}"/>
                </a:ext>
              </a:extLst>
            </p:cNvPr>
            <p:cNvSpPr txBox="1"/>
            <p:nvPr/>
          </p:nvSpPr>
          <p:spPr>
            <a:xfrm>
              <a:off x="5478946" y="2916215"/>
              <a:ext cx="34300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l-GR" sz="1600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θ</a:t>
              </a:r>
              <a:endParaRPr lang="en-US" sz="1600" dirty="0">
                <a:solidFill>
                  <a:schemeClr val="tx2">
                    <a:lumMod val="75000"/>
                    <a:lumOff val="25000"/>
                  </a:schemeClr>
                </a:solidFill>
              </a:endParaRPr>
            </a:p>
          </p:txBody>
        </p: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C2F76E94-3404-CB7B-5622-1D89AE4C5FE0}"/>
                </a:ext>
              </a:extLst>
            </p:cNvPr>
            <p:cNvCxnSpPr>
              <a:cxnSpLocks/>
              <a:stCxn id="15" idx="7"/>
              <a:endCxn id="13" idx="1"/>
            </p:cNvCxnSpPr>
            <p:nvPr/>
          </p:nvCxnSpPr>
          <p:spPr>
            <a:xfrm flipV="1">
              <a:off x="5401789" y="2976495"/>
              <a:ext cx="664308" cy="6534"/>
            </a:xfrm>
            <a:prstGeom prst="straightConnector1">
              <a:avLst/>
            </a:prstGeom>
            <a:ln w="19050">
              <a:solidFill>
                <a:schemeClr val="tx2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F13DF291-54CB-6217-C271-C49EA5A6ACA3}"/>
                </a:ext>
              </a:extLst>
            </p:cNvPr>
            <p:cNvCxnSpPr>
              <a:cxnSpLocks/>
              <a:stCxn id="13" idx="0"/>
              <a:endCxn id="124" idx="7"/>
            </p:cNvCxnSpPr>
            <p:nvPr/>
          </p:nvCxnSpPr>
          <p:spPr>
            <a:xfrm flipH="1" flipV="1">
              <a:off x="3886431" y="1491937"/>
              <a:ext cx="2383313" cy="1400205"/>
            </a:xfrm>
            <a:prstGeom prst="straightConnector1">
              <a:avLst/>
            </a:prstGeom>
            <a:ln w="19050">
              <a:solidFill>
                <a:schemeClr val="bg2">
                  <a:lumMod val="50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254FE5E6-8E3D-3614-5761-0F2B59AF02C2}"/>
                </a:ext>
              </a:extLst>
            </p:cNvPr>
            <p:cNvSpPr txBox="1"/>
            <p:nvPr/>
          </p:nvSpPr>
          <p:spPr>
            <a:xfrm>
              <a:off x="5217262" y="2009134"/>
              <a:ext cx="77634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err="1">
                  <a:solidFill>
                    <a:schemeClr val="bg2">
                      <a:lumMod val="50000"/>
                    </a:schemeClr>
                  </a:solidFill>
                </a:rPr>
                <a:t>m</a:t>
              </a:r>
              <a:r>
                <a:rPr lang="en-US" sz="1600" baseline="-25000" dirty="0" err="1">
                  <a:solidFill>
                    <a:schemeClr val="bg2">
                      <a:lumMod val="50000"/>
                    </a:schemeClr>
                  </a:solidFill>
                </a:rPr>
                <a:t>Xtreat</a:t>
              </a:r>
              <a:endParaRPr lang="en-US" sz="1600" baseline="-25000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BD36EED7-A90C-D2E6-ADBF-04E2171838B2}"/>
                </a:ext>
              </a:extLst>
            </p:cNvPr>
            <p:cNvGrpSpPr/>
            <p:nvPr/>
          </p:nvGrpSpPr>
          <p:grpSpPr>
            <a:xfrm>
              <a:off x="3838542" y="3664463"/>
              <a:ext cx="580963" cy="576000"/>
              <a:chOff x="1659284" y="1019175"/>
              <a:chExt cx="369430" cy="576000"/>
            </a:xfrm>
            <a:solidFill>
              <a:schemeClr val="accent6">
                <a:lumMod val="20000"/>
                <a:lumOff val="80000"/>
              </a:schemeClr>
            </a:solidFill>
          </p:grpSpPr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A4D26408-D0DA-E5E6-6213-F47CEFEFE906}"/>
                  </a:ext>
                </a:extLst>
              </p:cNvPr>
              <p:cNvSpPr/>
              <p:nvPr/>
            </p:nvSpPr>
            <p:spPr>
              <a:xfrm>
                <a:off x="1659284" y="1019175"/>
                <a:ext cx="366273" cy="576000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19050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ECAB4D8A-67A4-0B63-8461-FC4257C5F0E9}"/>
                  </a:ext>
                </a:extLst>
              </p:cNvPr>
              <p:cNvSpPr txBox="1"/>
              <p:nvPr/>
            </p:nvSpPr>
            <p:spPr>
              <a:xfrm>
                <a:off x="1676525" y="1161355"/>
                <a:ext cx="352189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1600" dirty="0"/>
                  <a:t>FN</a:t>
                </a:r>
                <a:endParaRPr lang="en-US" sz="1600" dirty="0"/>
              </a:p>
            </p:txBody>
          </p:sp>
        </p:grpSp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2AC709B7-ED71-AB3F-805F-4FBEF4245BA1}"/>
                </a:ext>
              </a:extLst>
            </p:cNvPr>
            <p:cNvCxnSpPr>
              <a:cxnSpLocks/>
              <a:stCxn id="15" idx="3"/>
              <a:endCxn id="48" idx="3"/>
            </p:cNvCxnSpPr>
            <p:nvPr/>
          </p:nvCxnSpPr>
          <p:spPr>
            <a:xfrm flipH="1">
              <a:off x="4419505" y="3390323"/>
              <a:ext cx="574992" cy="585597"/>
            </a:xfrm>
            <a:prstGeom prst="straightConnector1">
              <a:avLst/>
            </a:prstGeom>
            <a:ln w="19050">
              <a:solidFill>
                <a:schemeClr val="tx2">
                  <a:lumMod val="75000"/>
                  <a:lumOff val="25000"/>
                </a:schemeClr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E20C6D6F-C212-6ACB-0DF5-BBE62A9E3268}"/>
                </a:ext>
              </a:extLst>
            </p:cNvPr>
            <p:cNvSpPr txBox="1"/>
            <p:nvPr/>
          </p:nvSpPr>
          <p:spPr>
            <a:xfrm>
              <a:off x="4627722" y="3550914"/>
              <a:ext cx="24957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σ</a:t>
              </a:r>
              <a:endParaRPr lang="en-US" sz="1600" dirty="0">
                <a:solidFill>
                  <a:schemeClr val="tx2">
                    <a:lumMod val="75000"/>
                    <a:lumOff val="25000"/>
                  </a:schemeClr>
                </a:solidFill>
              </a:endParaRPr>
            </a:p>
          </p:txBody>
        </p:sp>
        <p:cxnSp>
          <p:nvCxnSpPr>
            <p:cNvPr id="78" name="Straight Arrow Connector 77">
              <a:extLst>
                <a:ext uri="{FF2B5EF4-FFF2-40B4-BE49-F238E27FC236}">
                  <a16:creationId xmlns:a16="http://schemas.microsoft.com/office/drawing/2014/main" id="{706FBCC2-C6E5-458E-2B81-E5774FFA00DA}"/>
                </a:ext>
              </a:extLst>
            </p:cNvPr>
            <p:cNvCxnSpPr>
              <a:cxnSpLocks/>
              <a:stCxn id="47" idx="4"/>
            </p:cNvCxnSpPr>
            <p:nvPr/>
          </p:nvCxnSpPr>
          <p:spPr>
            <a:xfrm>
              <a:off x="4126541" y="4240462"/>
              <a:ext cx="0" cy="1188000"/>
            </a:xfrm>
            <a:prstGeom prst="straightConnector1">
              <a:avLst/>
            </a:prstGeom>
            <a:ln w="19050">
              <a:solidFill>
                <a:schemeClr val="bg2">
                  <a:lumMod val="50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Arrow Connector 88">
              <a:extLst>
                <a:ext uri="{FF2B5EF4-FFF2-40B4-BE49-F238E27FC236}">
                  <a16:creationId xmlns:a16="http://schemas.microsoft.com/office/drawing/2014/main" id="{C2110298-3A5C-60DF-1432-D0B27B3D567E}"/>
                </a:ext>
              </a:extLst>
            </p:cNvPr>
            <p:cNvCxnSpPr>
              <a:cxnSpLocks/>
              <a:stCxn id="47" idx="0"/>
              <a:endCxn id="124" idx="5"/>
            </p:cNvCxnSpPr>
            <p:nvPr/>
          </p:nvCxnSpPr>
          <p:spPr>
            <a:xfrm flipH="1" flipV="1">
              <a:off x="3886431" y="1899231"/>
              <a:ext cx="240110" cy="1765232"/>
            </a:xfrm>
            <a:prstGeom prst="straightConnector1">
              <a:avLst/>
            </a:prstGeom>
            <a:ln w="19050">
              <a:solidFill>
                <a:schemeClr val="bg2">
                  <a:lumMod val="50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BC890A97-E5F2-705F-737D-D29248178CA1}"/>
                </a:ext>
              </a:extLst>
            </p:cNvPr>
            <p:cNvSpPr txBox="1"/>
            <p:nvPr/>
          </p:nvSpPr>
          <p:spPr>
            <a:xfrm>
              <a:off x="3899255" y="2009134"/>
              <a:ext cx="67694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err="1">
                  <a:solidFill>
                    <a:schemeClr val="bg2">
                      <a:lumMod val="50000"/>
                    </a:schemeClr>
                  </a:solidFill>
                </a:rPr>
                <a:t>m</a:t>
              </a:r>
              <a:r>
                <a:rPr lang="en-US" sz="1600" baseline="-25000" dirty="0" err="1">
                  <a:solidFill>
                    <a:schemeClr val="bg2">
                      <a:lumMod val="50000"/>
                    </a:schemeClr>
                  </a:solidFill>
                </a:rPr>
                <a:t>FN</a:t>
              </a:r>
              <a:endParaRPr lang="en-US" sz="1600" baseline="-25000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36400C8C-B0BD-1F12-4E56-61F3938B9C73}"/>
                </a:ext>
              </a:extLst>
            </p:cNvPr>
            <p:cNvSpPr txBox="1"/>
            <p:nvPr/>
          </p:nvSpPr>
          <p:spPr>
            <a:xfrm>
              <a:off x="4108250" y="4875622"/>
              <a:ext cx="58986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err="1">
                  <a:solidFill>
                    <a:schemeClr val="bg2">
                      <a:lumMod val="50000"/>
                    </a:schemeClr>
                  </a:solidFill>
                </a:rPr>
                <a:t>d</a:t>
              </a:r>
              <a:r>
                <a:rPr lang="en-US" sz="1600" baseline="-25000" dirty="0" err="1">
                  <a:solidFill>
                    <a:schemeClr val="bg2">
                      <a:lumMod val="50000"/>
                    </a:schemeClr>
                  </a:solidFill>
                </a:rPr>
                <a:t>FN</a:t>
              </a:r>
              <a:endParaRPr lang="en-US" sz="1600" baseline="-25000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883918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</TotalTime>
  <Words>204</Words>
  <Application>Microsoft Office PowerPoint</Application>
  <PresentationFormat>Widescreen</PresentationFormat>
  <Paragraphs>88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>UK Health Security Agency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Laura Fellowes</dc:creator>
  <cp:lastModifiedBy>Laura Fellowes</cp:lastModifiedBy>
  <cp:revision>1</cp:revision>
  <dcterms:created xsi:type="dcterms:W3CDTF">2026-04-22T10:44:57Z</dcterms:created>
  <dcterms:modified xsi:type="dcterms:W3CDTF">2026-05-07T13:38:38Z</dcterms:modified>
</cp:coreProperties>
</file>
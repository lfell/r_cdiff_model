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5E3DE-5C50-F9F7-F9CD-BAB12D6F6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CD9FFD-D131-E716-C0CB-9FEF0C4D4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F57A8-242E-66A1-7CA6-BDEB4B88A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988A-F347-4DD6-8C17-BA130212D1AC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C53DE-5060-A152-3D85-A05473915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28D9A-41DD-D217-CF01-C892C222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D1BC-9DE7-415E-A6F6-3869C00E7B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901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7E9D-4CF2-0311-9B33-60B6B92D0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CDC00-E09F-339D-74F0-CFFB6836B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0B58F-F969-BC14-928E-75D67C7FA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988A-F347-4DD6-8C17-BA130212D1AC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C0883-8364-7199-0BA2-AED4BA22F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AAE48-AEEF-6179-4392-674315CAE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D1BC-9DE7-415E-A6F6-3869C00E7B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44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F08ED-E765-3A55-20F5-850BB800A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4992C-21A5-93C9-3DAF-51F36FEEF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0D63D-5969-66D3-3DB0-B6E65D4A8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988A-F347-4DD6-8C17-BA130212D1AC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9AF43-3F34-FF0A-79BC-830B6E2A2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A3F1A-6549-1194-A3AB-4279E2961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D1BC-9DE7-415E-A6F6-3869C00E7B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01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82CB-CECD-1688-59AA-ABEBB1785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63060-8D33-E1EE-8BF3-703741A25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C0C53-9BE9-F80D-FF6D-AEFAC71B6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A6796-D962-5F8E-D9CC-B627ACE4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988A-F347-4DD6-8C17-BA130212D1AC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D9F29-C8F2-2558-F4B2-70EFF8F3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6D9FE-6733-C8F2-29C5-8656CC1E6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D1BC-9DE7-415E-A6F6-3869C00E7B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63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3772F-48C3-1DB0-F2B2-12BC54CD4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701BD-EFC3-14C5-4BD9-55268522C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677E7-5A1E-708E-9D0E-222BB74B7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E0BF4-F50D-B03A-31DE-79975B4722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743BB4-42F3-AB2C-AC28-2B080FFFF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55CEB-3AA1-6251-CC6A-4CC162BCC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988A-F347-4DD6-8C17-BA130212D1AC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D9A334-6369-EA08-504F-30ECE3EF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8BD1C3-FA14-EBE3-F19A-BA0580C16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D1BC-9DE7-415E-A6F6-3869C00E7B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32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0F34-69ED-7749-75B6-5D61A41C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E63E8-76EF-C55A-2C32-05F7E944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988A-F347-4DD6-8C17-BA130212D1AC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1E158E-1C3D-8B83-DC87-94360EEC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8EFAE-63EA-9C80-6241-0A39BDC7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D1BC-9DE7-415E-A6F6-3869C00E7B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15AEA2-F934-E270-1624-29BF59C63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988A-F347-4DD6-8C17-BA130212D1AC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8AF4D5-C453-C133-BDBE-07493E5B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72A21-E42C-C3D1-E834-72B21AC6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D1BC-9DE7-415E-A6F6-3869C00E7B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335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0C172-0A5C-DD04-EF47-C885F6A8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08DD8-0B07-5394-7926-E0E71BC17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79AE3-F225-4095-63CE-E52EF1DC5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24B42-8CE3-295B-E2DC-378EDE1D9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988A-F347-4DD6-8C17-BA130212D1AC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B5A9E-8E85-9552-2E0D-9BD28458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30C83-B283-A9B1-0C59-68D21494D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D1BC-9DE7-415E-A6F6-3869C00E7B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22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7C7D0-E08A-EC88-9D4A-B81C30295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5B0F84-94CF-C26C-AC19-0351BFF0DD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E011C-AAA5-B4E3-0BBD-92B540F3F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249A2-2222-4A9A-1A62-BB009A0C4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988A-F347-4DD6-8C17-BA130212D1AC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F946B-593E-0DAB-AF30-F6597D04D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B65CC-7199-2531-4BFA-D1EFBFFD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D1BC-9DE7-415E-A6F6-3869C00E7B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4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AB16-C173-0893-3B34-535C60E0F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3EC00-9D7A-4D42-788E-8BB8E40A7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37AFB-96AD-C338-DA02-7F432749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988A-F347-4DD6-8C17-BA130212D1AC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4D7EC-CA2C-F5E2-A0AC-6ABD02267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97DF6-3286-AEC5-656D-D89E2445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D1BC-9DE7-415E-A6F6-3869C00E7B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39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C98EB5-2A2F-6640-F250-0A8A9DB03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2D5D49-AC92-6DBC-3CC9-9DC1ED0A4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CDA60-A103-20BC-7B0F-83CB7DA76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988A-F347-4DD6-8C17-BA130212D1AC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E7897-7E80-5C7B-63DF-1964DBACF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D1E09-D2B0-1EE7-938C-A99BBBB4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D1BC-9DE7-415E-A6F6-3869C00E7B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29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70DD37-242F-2F7F-9BD4-7EE7EAD60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FD9BB-6882-3FE6-6622-CA829E4F5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621F6-8B96-0E95-7551-172074D76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8988A-F347-4DD6-8C17-BA130212D1AC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EC213-EEB2-A7D9-034D-8BCBC09F1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BC781-D201-5F8C-CEF2-F208CEFE0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1ED1BC-9DE7-415E-A6F6-3869C00E7B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794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D38F2C-2922-832E-9C24-F9C3A5395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677" y="261000"/>
            <a:ext cx="8270591" cy="63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172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Fellowes</dc:creator>
  <cp:lastModifiedBy>Laura Fellowes</cp:lastModifiedBy>
  <cp:revision>1</cp:revision>
  <dcterms:created xsi:type="dcterms:W3CDTF">2026-06-16T19:34:36Z</dcterms:created>
  <dcterms:modified xsi:type="dcterms:W3CDTF">2026-06-16T19:36:14Z</dcterms:modified>
</cp:coreProperties>
</file>
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Fellowes" userId="ad24ae3f3b31f6f2" providerId="LiveId" clId="{2FA2C0CE-86D5-4081-89A1-C300A1C40C76}"/>
    <pc:docChg chg="custSel addSld delSld modSld">
      <pc:chgData name="Laura Fellowes" userId="ad24ae3f3b31f6f2" providerId="LiveId" clId="{2FA2C0CE-86D5-4081-89A1-C300A1C40C76}" dt="2026-06-16T19:34:11.808" v="20" actId="2696"/>
      <pc:docMkLst>
        <pc:docMk/>
      </pc:docMkLst>
      <pc:sldChg chg="addSp delSp modSp new del mod">
        <pc:chgData name="Laura Fellowes" userId="ad24ae3f3b31f6f2" providerId="LiveId" clId="{2FA2C0CE-86D5-4081-89A1-C300A1C40C76}" dt="2026-06-16T19:34:11.808" v="20" actId="2696"/>
        <pc:sldMkLst>
          <pc:docMk/>
          <pc:sldMk cId="1548172589" sldId="50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51C8-F163-AAD2-6C97-E8209AD8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75247-0B81-67D0-B147-E122BAA00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924E-53DD-79CA-B0C3-1FB8521B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C97C1-0B1E-EC9B-3EA3-0A78E73E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03D1-9935-BBCA-6F1C-105F1ADC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50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0E5D-B3EA-1913-6DC8-9964F99A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4B0F4-D15D-186F-3DE3-3B48729C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4980-87B5-2F3D-255E-CF1CC113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A10C4-2CDE-3EEA-0172-9E67B053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CB879-C8E0-0FC8-9A0E-36C1E7E4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67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DC61-0B95-82F0-4EA6-0F1772CA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511AC-190E-256B-773C-50C8EC2A3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F7F0-5557-5B87-48A8-F31C511A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6C604-DA0C-0C7C-1FC3-A44D812C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AA659-8CB5-EE9C-4BE3-5D36B971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49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57BB-EB2D-7B9C-B668-804845F8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99966-8824-C2D0-BCF1-3C40AD163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3D43A-A6BE-7F35-22AC-A42035CAE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4F7F1-00A3-5007-B466-37513667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D39D-3C1D-98C6-0627-74858A6F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C2E4E-E019-BE1D-AAF6-8582B898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55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CE04-9B4C-C343-1441-1C136B87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99DB5-96DE-658F-E6DC-C896A2C8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FC0D9-CD54-3355-AB3F-6DB1E71EF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2D0B-ADF9-740D-F740-6FCD0CB56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E3F0A-B490-E90B-A316-03676A137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55C39-AE9A-FE16-289A-4EB96A8B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C5352-AE2B-D6E1-EBE2-477CEC92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B5999-1D56-405E-AF6A-489C7EEC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15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DCA4-F73E-4F37-C1B7-38379F5E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1D71E-F6EC-356E-4513-C2CE4A1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F8735-7010-012C-9B07-95D8CCC2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7832C-3BD5-5D3A-3A1A-F1415651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8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7D9E9-4B2F-7E27-B934-B9C4758F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18E0A-FEA7-4639-7ADC-F1B4F0CC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EB15-C39A-1482-0453-2127C390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94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8B88-0839-C5D3-4F05-99F02043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1DFC-E2D2-7B2B-4187-7E7BB9997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1D96C-A3DB-3302-7BA7-EEF285831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0ED15-F24E-4D6A-09D8-113EAE37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B45C0-619F-5C15-EFF6-1E90ECEB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7783C-A010-AE85-DF55-9A025E57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7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33FB-4D53-B501-AA3F-5DF67A25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FD256-7541-4E90-FF92-89DB45962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CEBD2-1752-1AE0-762C-3B9BBA56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488B-3D83-C41C-D3B6-58774004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378C-6505-5A5B-EE25-83BB9E70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201E8-AFC7-21FC-915B-0EDDBB89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48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D0F5-27D7-7821-07A1-D8CBA25E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CC29D-C3B4-8D97-92CE-B94E4BF98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BBFF-CB29-7C35-773F-368342B2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76BD-3EF8-7781-9832-427022BD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01A4-D3DB-3224-99B6-6EB3B2B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36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B8BA8-2B58-568B-C4F3-E5CE72828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42A9D-945C-DE23-D371-6AAB0F3FE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B0771-8270-6231-2A92-DC350913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94BD6-59D9-652E-F498-6C5839A6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54A7-B801-1937-41C9-3818D010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43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F2500-1AD5-1ED1-888B-2FF76F82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81B77-33CF-9C4C-5FF8-56323F3E7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A348-8812-1EB2-3E8E-2CD00A2C9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17FE5-9CD7-4A18-934C-3138DBC6291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0AB86-C18C-D71A-4229-43430050E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26598-47D9-7A18-5F03-632CA5F2A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51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0BCC340-DBDC-DAD6-FFDC-64CBAC6B29C0}"/>
              </a:ext>
            </a:extLst>
          </p:cNvPr>
          <p:cNvSpPr txBox="1"/>
          <p:nvPr/>
        </p:nvSpPr>
        <p:spPr>
          <a:xfrm>
            <a:off x="0" y="156870"/>
            <a:ext cx="6919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b="1" dirty="0"/>
              <a:t>Model 1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 patients can be in a side room (isolated) or on a general ward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a side room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FN patients are on a general ward, as are C and I 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5E86639-F80B-2604-5021-24122E2EC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35480"/>
              </p:ext>
            </p:extLst>
          </p:nvPr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Potential source of hospital-acquired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Not a potential source of hospital-acquired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D93AA799-DB74-9EB3-90DC-93A306283C8A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D195D5B-0E68-6367-5ADB-63EFB01301D8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B84588-9299-9D4C-AE2C-C11D5042A739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305FED-80AC-F205-0D3B-699A22A1BD9A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E12BD97-ABB6-DB49-3CC6-7550AD239A20}"/>
              </a:ext>
            </a:extLst>
          </p:cNvPr>
          <p:cNvSpPr txBox="1"/>
          <p:nvPr/>
        </p:nvSpPr>
        <p:spPr>
          <a:xfrm>
            <a:off x="5363137" y="6074818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82E24F-B82C-3C69-101C-1FC607A63135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7C94E28-7893-6020-24E0-8A8969B17D77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CF21CD-26C9-8ED0-696C-AB2AECFB1570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2B086-539B-3562-AA38-280CD035DCC8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3654173-F512-3504-6E3D-C49E053DFEEC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grp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63B819-D15D-3F3B-8792-258939BA8754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CAB2224-A24D-03BE-5213-A286D91F7615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1AAD0B-2938-294C-AF1B-FB74BDBFB225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9F36C-5F10-CCDF-6B54-35272765A68B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C142DA5-CBCD-6891-8054-12F64E782D5E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393C4ED-83E5-0D93-D3CE-4F9DD407E288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D9338F-873C-97B0-0CAD-14FE30BFCA63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864AC01-B5BD-3489-C8C4-184C11E9023F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ABD806D-5C8D-7B0B-D63A-61EE1A2BD697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E472A8-F837-6BD7-119A-38B27226943B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E02144-E36C-851E-60AC-12E3D5D002BE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1410BC6-7F4D-7D4B-6EB2-3D4AE91001A3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E43C3C3-58C8-BB93-5493-F976F7511301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8D4803C-1588-C973-A708-D8EFC35F7F46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77EE4EB-0E76-8F64-EA25-4182B2E7CCB8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DE969E-A011-F782-9B47-9126EE3FF347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408D859-D768-4AE7-FD75-09132645783C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477E30-C72D-F74F-865E-7EEA55527BBD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395A7676-0149-33A1-A207-F0899F44C816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D0707D-2DED-8DC8-1E5D-8CF09446A880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0AE9607-9B7A-189D-1553-2A7FFA389380}"/>
                </a:ext>
              </a:extLst>
            </p:cNvPr>
            <p:cNvCxnSpPr>
              <a:cxnSpLocks/>
            </p:cNvCxnSpPr>
            <p:nvPr/>
          </p:nvCxnSpPr>
          <p:spPr>
            <a:xfrm>
              <a:off x="6275712" y="3463278"/>
              <a:ext cx="0" cy="1980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BAFA840-BED8-A897-8C14-A09585E6976E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7BFD2C9-F0FC-A918-E76F-ED2A7F0B5352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770EB9D-E337-38D7-3DB7-D21AB5C87AA5}"/>
                </a:ext>
              </a:extLst>
            </p:cNvPr>
            <p:cNvGrpSpPr/>
            <p:nvPr/>
          </p:nvGrpSpPr>
          <p:grpSpPr>
            <a:xfrm>
              <a:off x="708325" y="5737110"/>
              <a:ext cx="575999" cy="576000"/>
              <a:chOff x="896085" y="51623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D790574-F05E-80E1-4026-B6C361C47BFA}"/>
                  </a:ext>
                </a:extLst>
              </p:cNvPr>
              <p:cNvSpPr/>
              <p:nvPr/>
            </p:nvSpPr>
            <p:spPr>
              <a:xfrm>
                <a:off x="896085" y="51623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D6D6103-F589-7AEE-7FDE-444F8F7CDF1B}"/>
                  </a:ext>
                </a:extLst>
              </p:cNvPr>
              <p:cNvSpPr txBox="1"/>
              <p:nvPr/>
            </p:nvSpPr>
            <p:spPr>
              <a:xfrm flipH="1">
                <a:off x="1051434" y="52757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E4966D4-04EC-C4CA-3847-CAAB00B335B9}"/>
                </a:ext>
              </a:extLst>
            </p:cNvPr>
            <p:cNvGrpSpPr/>
            <p:nvPr/>
          </p:nvGrpSpPr>
          <p:grpSpPr>
            <a:xfrm>
              <a:off x="1745690" y="5737110"/>
              <a:ext cx="575999" cy="576000"/>
              <a:chOff x="2310240" y="5162303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D3621B7-7BFD-70FE-EBF9-F1B87C42141E}"/>
                  </a:ext>
                </a:extLst>
              </p:cNvPr>
              <p:cNvSpPr/>
              <p:nvPr/>
            </p:nvSpPr>
            <p:spPr>
              <a:xfrm>
                <a:off x="2310240" y="5162303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486FE5E-EC21-1223-FFD3-43B97BE0E28A}"/>
                  </a:ext>
                </a:extLst>
              </p:cNvPr>
              <p:cNvSpPr txBox="1"/>
              <p:nvPr/>
            </p:nvSpPr>
            <p:spPr>
              <a:xfrm>
                <a:off x="2449915" y="5291574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A203AAA-8A7B-44E3-FF75-98A7DECF24DD}"/>
                </a:ext>
              </a:extLst>
            </p:cNvPr>
            <p:cNvGrpSpPr/>
            <p:nvPr/>
          </p:nvGrpSpPr>
          <p:grpSpPr>
            <a:xfrm>
              <a:off x="2795138" y="5731851"/>
              <a:ext cx="576000" cy="576000"/>
              <a:chOff x="3859213" y="51623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5EC8F08-8EB8-3154-C00B-E353C47980A3}"/>
                  </a:ext>
                </a:extLst>
              </p:cNvPr>
              <p:cNvSpPr/>
              <p:nvPr/>
            </p:nvSpPr>
            <p:spPr>
              <a:xfrm>
                <a:off x="3859213" y="51623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41FBB7-3C08-4698-4FCB-4F9ED179ED85}"/>
                  </a:ext>
                </a:extLst>
              </p:cNvPr>
              <p:cNvSpPr txBox="1"/>
              <p:nvPr/>
            </p:nvSpPr>
            <p:spPr>
              <a:xfrm>
                <a:off x="4043567" y="52915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BF7C3BA-B4AB-B027-1DC1-962084E0622B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99DCDB3-DC20-C844-89A7-E128AE031A33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006116A-7350-D7AE-F2C6-15E45BBDDC0E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478C0F9-2EC3-E5E8-F38C-151DB57A620B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59579F1-9C48-593C-22B1-72C69D546255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4369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84A6406E-674F-3892-8DD5-DFECE22BB045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4369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905B988-5A5B-6A60-B551-D6C55CF403CF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43168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E0121F9-2481-74B4-0A0C-72A316FC0FBB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C837349-7D3F-7F8F-859E-0F4FBE55AC0C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34ABAF7-1D1E-2287-9E9A-D2DEFD431FCE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26824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6327EF3-D361-4652-A8D2-8D22C68793DD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996332" y="3468871"/>
              <a:ext cx="8418" cy="1981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22C3E38-73DC-A85C-1ED6-3F2704B2E98D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2629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F91E8B1-1DCE-946D-A064-E93C1142782F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64C1CD4C-0271-1AA8-7363-ABD39D4775DB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grp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C44DD38-88B9-794E-6084-4DF848671AD9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DF6B182-0964-E8BA-6BC1-A46269BC94EE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1112B00-61EF-670B-F383-0A92F2BC48D3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178E8028-963E-6906-D9CC-9CDD431C2484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8A95A11-5486-A47B-823C-541E0B8E5806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A6EEBCC-06AB-6A38-FC12-127E32213517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ECC8946-AB56-9B85-35FB-0700336BBFF8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704984C-1DE4-2D0A-BC28-6C0B9F543998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6C1F798-1D22-005E-8252-E8EF7717A5E1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92F4E7A-07CE-0C7F-D7ED-135E3C56DE06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EEE931-5D03-A1D8-E915-9DB56F6ACF00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EBD473-62E0-7197-CB40-615BA52733B9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4AF7F21-FF55-32D0-BAA7-89F8E26C5B95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FBCD7D-DF7A-79C7-CE5A-7FE2643BCF24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6B26B3-F893-3263-0CC4-11ACCD41360F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2F76E94-3404-CB7B-5622-1D89AE4C5FE0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13DF291-54CB-6217-C271-C49EA5A6ACA3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54FE5E6-8E3D-3614-5761-0F2B59AF02C2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D36EED7-A90C-D2E6-ADBF-04E2171838B2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4D26408-D0DA-E5E6-6213-F47CEFEFE906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AB4D8A-67A4-0B63-8461-FC4257C5F0E9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AC709B7-ED71-AB3F-805F-4FBEF4245BA1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0C6D6F-C212-6ACB-0DF5-BBE62A9E3268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06FBCC2-C6E5-458E-2B81-E5774FFA00DA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4126541" y="4240462"/>
              <a:ext cx="0" cy="1188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2110298-3A5C-60DF-1432-D0B27B3D567E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C890A97-E5F2-705F-737D-D29248178CA1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6400C8C-B0BD-1F12-4E56-61F3938B9C73}"/>
                </a:ext>
              </a:extLst>
            </p:cNvPr>
            <p:cNvSpPr txBox="1"/>
            <p:nvPr/>
          </p:nvSpPr>
          <p:spPr>
            <a:xfrm>
              <a:off x="4108250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39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204</Words>
  <Application>Microsoft Office PowerPoint</Application>
  <PresentationFormat>Widescreen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UK Health Security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2</cp:revision>
  <dcterms:created xsi:type="dcterms:W3CDTF">2026-04-22T10:44:57Z</dcterms:created>
  <dcterms:modified xsi:type="dcterms:W3CDTF">2026-06-16T19:34:13Z</dcterms:modified>
</cp:coreProperties>
</file>
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9D1E-5DDB-9423-6F8C-9F7989595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D9A1F-F60B-E980-F0FB-8302A80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EAAD6-BF6F-BF89-C11F-C9809EC4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725FB-C3D1-2753-6DEC-CFD14B65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44551-AC09-7D45-F9CE-22D8C72C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13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1072-82E0-563D-F7B5-FCEC96854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934F-154F-18B2-F876-EA1DF6C61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50B8-6139-8E88-DA25-41F41B6E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B5F92-7AC0-C963-ED4D-69780223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7FD06-0868-3A6A-B343-655C0730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69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0B77-C853-0DBF-5FCF-5188210F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9F05B-BFAE-C228-BE9E-3C883F08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C637-6464-F468-4704-67A72D6A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7D0DA-C132-7447-749F-AF7A35C0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FC811-1428-788D-D859-5E7FFBD3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62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02CB-D05C-F9F5-7D01-A23658752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848AF-7306-DA2F-2141-CB8B11367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5C268-F1F1-00FA-91EF-557F6C2B3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1A918-8CEE-42FD-EC35-6C8F733E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641F5-5C2B-FB21-4636-F2C90318D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06C70-7A8C-0D32-9786-5C9167FF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28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7FBE-123B-A6CD-EDEC-105FF529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A58AF-3A60-0307-F546-23397959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F60F6-5573-6B45-4A4D-DB4B0925B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1E43D-5EB3-2529-9C24-CBC2A7DEA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6CDC9-6E28-B778-3D63-B08DD6536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8F952-881E-DFF9-A17F-2E1E54B37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01C14-B71C-E683-F183-B95D591B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657811-CAFB-6DB3-3E4F-202758EB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19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6AA1-71CA-5F39-62DD-33C7B363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FBFDA-D4DC-3802-6AF0-6828E7DF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CA270-1E20-2DD6-7F9A-1AA1EC2A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D2094-3F0F-5E52-0DC6-01C94BD0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73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2B53E-2313-AA10-2677-37FBF2A3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7A25F-2ADA-12DE-F31A-4883F7A4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1E46-D3EB-FE92-AD1D-F233E2A2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94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1AE9-AAFC-D205-1291-0D53CEC1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D5AD0-8CC5-455F-CFC0-E03A8CE3F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1FB86-3F16-A829-B3D9-F949E8667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370B5-8B4C-CAFA-2401-9C17A070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A3AF9-8730-0FC3-F931-D6B9EE78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E658C-A5FF-2952-41DE-5683E528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72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DC50-C003-58A8-1239-AADEA0A9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CF46D-6D40-E5AD-9B95-218CAF54DFB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722C9-A5A3-4F47-E4FD-07C1F2AA4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2277E-ECC3-60FC-8EA4-6AFA52B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9F931-CE42-3E83-9482-C56C315F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8EE61-3A70-7B31-5F99-7557FBB7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51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B144-E680-A699-BD80-86AAE05E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7A778-4EAC-5F39-9784-9AD8A7040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16DA5-81D8-5655-08FF-8EC023FE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DD745-94FF-3A32-F7C5-BD406AEA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9A897-7A3B-B3F1-ED32-350B8B50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90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4F8F9-06D5-36A5-4D98-B43745ACE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78FD8-E65E-3692-7E94-468E86588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EF447-38B1-0381-4037-8C9DDB0D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9387-1DEF-2B2D-13D2-248970E73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BF4ED-EFD6-A3EC-B461-8E80F719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02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46B7A-DA20-0580-F957-D85E024F4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9EF8E-FE23-2B4C-FD8B-08392FE87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CFED8-9592-82E0-3B03-FA9412A37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6C507-D449-4288-B60A-5BA385EF77B7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272C3-2AC7-A4A5-DFD6-B081C8837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610D9-06BA-D2B4-B7BD-95B672BBE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F6553-CB79-482F-B263-96C0B623F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32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27D3-A2A0-D3A6-31B1-190F8437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C0AEB7B-B17A-E6AE-803D-6A3E076587C6}"/>
              </a:ext>
            </a:extLst>
          </p:cNvPr>
          <p:cNvCxnSpPr>
            <a:cxnSpLocks/>
            <a:stCxn id="22" idx="2"/>
            <a:endCxn id="124" idx="5"/>
          </p:cNvCxnSpPr>
          <p:nvPr/>
        </p:nvCxnSpPr>
        <p:spPr>
          <a:xfrm flipH="1" flipV="1">
            <a:off x="3886431" y="2026716"/>
            <a:ext cx="1508079" cy="244950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9D93E3-E880-567E-170E-8C71AEC18E5A}"/>
              </a:ext>
            </a:extLst>
          </p:cNvPr>
          <p:cNvSpPr txBox="1"/>
          <p:nvPr/>
        </p:nvSpPr>
        <p:spPr>
          <a:xfrm>
            <a:off x="0" y="149451"/>
            <a:ext cx="6919083" cy="8002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GB" b="1" dirty="0"/>
              <a:t>Policy 3: Isolate suspected and confirmed cases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 err="1"/>
              <a:t>X</a:t>
            </a:r>
            <a:r>
              <a:rPr lang="en-GB" sz="1400" baseline="-25000" dirty="0" err="1"/>
              <a:t>test</a:t>
            </a:r>
            <a:r>
              <a:rPr lang="en-GB" sz="1400" dirty="0"/>
              <a:t>,  </a:t>
            </a:r>
            <a:r>
              <a:rPr lang="en-GB" sz="1400" dirty="0" err="1"/>
              <a:t>X</a:t>
            </a:r>
            <a:r>
              <a:rPr lang="en-GB" sz="1400" baseline="-25000" dirty="0" err="1"/>
              <a:t>treat</a:t>
            </a:r>
            <a:r>
              <a:rPr lang="en-GB" sz="1400" dirty="0"/>
              <a:t>, T</a:t>
            </a:r>
            <a:r>
              <a:rPr lang="en-GB" sz="1400" baseline="-25000" dirty="0"/>
              <a:t>4</a:t>
            </a:r>
            <a:r>
              <a:rPr lang="en-GB" sz="1400" dirty="0"/>
              <a:t> and T</a:t>
            </a:r>
            <a:r>
              <a:rPr lang="en-GB" sz="1400" baseline="-25000" dirty="0"/>
              <a:t>5</a:t>
            </a:r>
            <a:r>
              <a:rPr lang="en-GB" sz="1400" dirty="0"/>
              <a:t> patients are in a side room or IPC cohort (isolated)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GB" sz="1400" dirty="0"/>
              <a:t>All other patients are on a general ward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8DE4123-94DB-205A-8DC9-A594046769BD}"/>
              </a:ext>
            </a:extLst>
          </p:cNvPr>
          <p:cNvGraphicFramePr>
            <a:graphicFrameLocks noGrp="1"/>
          </p:cNvGraphicFramePr>
          <p:nvPr/>
        </p:nvGraphicFramePr>
        <p:xfrm>
          <a:off x="7075061" y="229320"/>
          <a:ext cx="4838350" cy="643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618">
                  <a:extLst>
                    <a:ext uri="{9D8B030D-6E8A-4147-A177-3AD203B41FA5}">
                      <a16:colId xmlns:a16="http://schemas.microsoft.com/office/drawing/2014/main" val="4088796700"/>
                    </a:ext>
                  </a:extLst>
                </a:gridCol>
                <a:gridCol w="712410">
                  <a:extLst>
                    <a:ext uri="{9D8B030D-6E8A-4147-A177-3AD203B41FA5}">
                      <a16:colId xmlns:a16="http://schemas.microsoft.com/office/drawing/2014/main" val="3756655509"/>
                    </a:ext>
                  </a:extLst>
                </a:gridCol>
                <a:gridCol w="3828322">
                  <a:extLst>
                    <a:ext uri="{9D8B030D-6E8A-4147-A177-3AD203B41FA5}">
                      <a16:colId xmlns:a16="http://schemas.microsoft.com/office/drawing/2014/main" val="1671693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side room or IPC cohort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74435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en-GB" sz="105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bed located in a general ward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5727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C. difficile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transmission, progression and recovery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587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GB" sz="1050" baseline="0" dirty="0"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 population dynamics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59796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Susceptible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1715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Colonised (asymptomatic)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9064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I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Infected (symptomatic)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66459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tested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954224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treat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treated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29382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FN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awaiting retesting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009406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T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Being transferred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42749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0359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dirty="0">
                          <a:solidFill>
                            <a:schemeClr val="tx1"/>
                          </a:solidFill>
                          <a:latin typeface="+mn-lt"/>
                        </a:rPr>
                        <a:t>λ</a:t>
                      </a: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lambda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Force of 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13294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α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progression from colonisation to infection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892512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Suspected cases identification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05617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Confirmed cases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20905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π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82266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sigma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Retesting false negatives rate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7410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δ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Recovery rate (with return to a general ward)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3646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of decolonisation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9203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l-GR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τ</a:t>
                      </a:r>
                      <a:endParaRPr lang="en-GB" sz="105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transfer rate (general ward 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 side room)</a:t>
                      </a: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0529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rates (no discharges from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</a:t>
                      </a:r>
                      <a:r>
                        <a:rPr lang="en-GB" sz="1050" baseline="-25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GB" sz="105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GB" sz="105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8012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Admission rates to S, C &amp; I (in constant proportions)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5345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</a:p>
                  </a:txBody>
                  <a:tcPr marL="54000" marR="54000" marT="54000" marB="54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Mortality rates</a:t>
                      </a: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474303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F7D35998-E91D-2998-9405-910AEB8A5546}"/>
              </a:ext>
            </a:extLst>
          </p:cNvPr>
          <p:cNvSpPr/>
          <p:nvPr/>
        </p:nvSpPr>
        <p:spPr>
          <a:xfrm>
            <a:off x="7133174" y="283071"/>
            <a:ext cx="216000" cy="21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DED7CA4-FE8F-99B5-67FE-E6A6047D9431}"/>
              </a:ext>
            </a:extLst>
          </p:cNvPr>
          <p:cNvSpPr/>
          <p:nvPr/>
        </p:nvSpPr>
        <p:spPr>
          <a:xfrm>
            <a:off x="7132234" y="568308"/>
            <a:ext cx="216000" cy="21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B1671A-47F4-7C9B-E680-C578176F283C}"/>
              </a:ext>
            </a:extLst>
          </p:cNvPr>
          <p:cNvCxnSpPr>
            <a:cxnSpLocks/>
          </p:cNvCxnSpPr>
          <p:nvPr/>
        </p:nvCxnSpPr>
        <p:spPr>
          <a:xfrm>
            <a:off x="7126491" y="926067"/>
            <a:ext cx="252000" cy="0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C12941-918B-06C4-8CF5-7BED3FA2C629}"/>
              </a:ext>
            </a:extLst>
          </p:cNvPr>
          <p:cNvCxnSpPr>
            <a:cxnSpLocks/>
          </p:cNvCxnSpPr>
          <p:nvPr/>
        </p:nvCxnSpPr>
        <p:spPr>
          <a:xfrm>
            <a:off x="7136675" y="1177051"/>
            <a:ext cx="25200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0D5DCDC-CBC8-74A7-4699-9072F7034F5F}"/>
              </a:ext>
            </a:extLst>
          </p:cNvPr>
          <p:cNvSpPr txBox="1"/>
          <p:nvPr/>
        </p:nvSpPr>
        <p:spPr>
          <a:xfrm>
            <a:off x="4972614" y="6072509"/>
            <a:ext cx="1522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Community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1683F64-63D1-E7FE-4E8B-F7114E5E1ED5}"/>
              </a:ext>
            </a:extLst>
          </p:cNvPr>
          <p:cNvSpPr txBox="1"/>
          <p:nvPr/>
        </p:nvSpPr>
        <p:spPr>
          <a:xfrm>
            <a:off x="469571" y="5096152"/>
            <a:ext cx="437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359796-F98C-5ADF-1069-043F76AF58DD}"/>
              </a:ext>
            </a:extLst>
          </p:cNvPr>
          <p:cNvSpPr/>
          <p:nvPr/>
        </p:nvSpPr>
        <p:spPr>
          <a:xfrm>
            <a:off x="535432" y="975898"/>
            <a:ext cx="6156529" cy="41202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C5C6B7-4259-9843-C946-664FA3523DA6}"/>
              </a:ext>
            </a:extLst>
          </p:cNvPr>
          <p:cNvGrpSpPr/>
          <p:nvPr/>
        </p:nvGrpSpPr>
        <p:grpSpPr>
          <a:xfrm>
            <a:off x="708332" y="3020356"/>
            <a:ext cx="575999" cy="576000"/>
            <a:chOff x="2181846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B47F40B-A0CA-0E06-CCF5-84A4B6A6A854}"/>
                </a:ext>
              </a:extLst>
            </p:cNvPr>
            <p:cNvSpPr/>
            <p:nvPr/>
          </p:nvSpPr>
          <p:spPr>
            <a:xfrm>
              <a:off x="2181846" y="1019175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1EDA1A-6F37-C5C3-61C1-C3DB6CB1E004}"/>
                </a:ext>
              </a:extLst>
            </p:cNvPr>
            <p:cNvSpPr txBox="1"/>
            <p:nvPr/>
          </p:nvSpPr>
          <p:spPr>
            <a:xfrm flipH="1">
              <a:off x="2273076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S</a:t>
              </a:r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46BCA5-58EF-8C3B-A35D-C1344CFFFE34}"/>
              </a:ext>
            </a:extLst>
          </p:cNvPr>
          <p:cNvGrpSpPr/>
          <p:nvPr/>
        </p:nvGrpSpPr>
        <p:grpSpPr>
          <a:xfrm>
            <a:off x="1751735" y="3020354"/>
            <a:ext cx="575999" cy="576000"/>
            <a:chOff x="2370102" y="2176637"/>
            <a:chExt cx="575999" cy="576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4B2D35-99DF-AA6C-3412-4C197F79FFA4}"/>
                </a:ext>
              </a:extLst>
            </p:cNvPr>
            <p:cNvSpPr/>
            <p:nvPr/>
          </p:nvSpPr>
          <p:spPr>
            <a:xfrm>
              <a:off x="2370102" y="2176637"/>
              <a:ext cx="575999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9F4DC-610A-62C0-9E67-1430FB478E95}"/>
                </a:ext>
              </a:extLst>
            </p:cNvPr>
            <p:cNvSpPr txBox="1"/>
            <p:nvPr/>
          </p:nvSpPr>
          <p:spPr>
            <a:xfrm>
              <a:off x="2509777" y="2305908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C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16471F-9C32-CE63-1C2F-FCC2CCC3B174}"/>
              </a:ext>
            </a:extLst>
          </p:cNvPr>
          <p:cNvGrpSpPr/>
          <p:nvPr/>
        </p:nvGrpSpPr>
        <p:grpSpPr>
          <a:xfrm>
            <a:off x="2795138" y="3020353"/>
            <a:ext cx="576000" cy="576000"/>
            <a:chOff x="5405530" y="2176637"/>
            <a:chExt cx="576000" cy="576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9EE2F2-7B2F-7C09-2887-1477CF17ACCC}"/>
                </a:ext>
              </a:extLst>
            </p:cNvPr>
            <p:cNvSpPr/>
            <p:nvPr/>
          </p:nvSpPr>
          <p:spPr>
            <a:xfrm>
              <a:off x="5405530" y="2176637"/>
              <a:ext cx="576000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2177C9-3E51-9AC0-1BE3-F6AD106FE0D5}"/>
                </a:ext>
              </a:extLst>
            </p:cNvPr>
            <p:cNvSpPr txBox="1"/>
            <p:nvPr/>
          </p:nvSpPr>
          <p:spPr>
            <a:xfrm>
              <a:off x="5589884" y="2305908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I</a:t>
              </a:r>
              <a:endParaRPr lang="en-US" sz="16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778083-32A9-2E25-2F2D-8E99A183B913}"/>
              </a:ext>
            </a:extLst>
          </p:cNvPr>
          <p:cNvCxnSpPr>
            <a:cxnSpLocks/>
            <a:stCxn id="4" idx="7"/>
            <a:endCxn id="8" idx="1"/>
          </p:cNvCxnSpPr>
          <p:nvPr/>
        </p:nvCxnSpPr>
        <p:spPr>
          <a:xfrm flipV="1">
            <a:off x="1199978" y="3104707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CFAC28-1937-1DB3-7D62-03C35B7C9438}"/>
              </a:ext>
            </a:extLst>
          </p:cNvPr>
          <p:cNvCxnSpPr>
            <a:cxnSpLocks/>
            <a:stCxn id="8" idx="7"/>
            <a:endCxn id="11" idx="1"/>
          </p:cNvCxnSpPr>
          <p:nvPr/>
        </p:nvCxnSpPr>
        <p:spPr>
          <a:xfrm flipV="1">
            <a:off x="2243381" y="3104706"/>
            <a:ext cx="636110" cy="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181924-E1B4-DAD6-274F-B86377E3B4CC}"/>
              </a:ext>
            </a:extLst>
          </p:cNvPr>
          <p:cNvSpPr txBox="1"/>
          <p:nvPr/>
        </p:nvSpPr>
        <p:spPr>
          <a:xfrm>
            <a:off x="2381413" y="3008532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12F35-9BA9-940D-1EE3-10CB4488BB76}"/>
              </a:ext>
            </a:extLst>
          </p:cNvPr>
          <p:cNvSpPr txBox="1"/>
          <p:nvPr/>
        </p:nvSpPr>
        <p:spPr>
          <a:xfrm>
            <a:off x="1375024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λ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FEF3695-BE19-D6DF-4F83-4B4F008F604E}"/>
              </a:ext>
            </a:extLst>
          </p:cNvPr>
          <p:cNvCxnSpPr>
            <a:cxnSpLocks/>
            <a:stCxn id="4" idx="5"/>
            <a:endCxn id="8" idx="3"/>
          </p:cNvCxnSpPr>
          <p:nvPr/>
        </p:nvCxnSpPr>
        <p:spPr>
          <a:xfrm flipV="1">
            <a:off x="1199978" y="3512001"/>
            <a:ext cx="636110" cy="2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D91E3FA-010B-E0F6-5B9A-EEE9998A1E3A}"/>
              </a:ext>
            </a:extLst>
          </p:cNvPr>
          <p:cNvSpPr txBox="1"/>
          <p:nvPr/>
        </p:nvSpPr>
        <p:spPr>
          <a:xfrm>
            <a:off x="1365150" y="341785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μ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3297D-CF14-9BBB-4902-8E32470E04A0}"/>
              </a:ext>
            </a:extLst>
          </p:cNvPr>
          <p:cNvGrpSpPr/>
          <p:nvPr/>
        </p:nvGrpSpPr>
        <p:grpSpPr>
          <a:xfrm>
            <a:off x="4910144" y="3026161"/>
            <a:ext cx="604198" cy="576000"/>
            <a:chOff x="1659284" y="1019175"/>
            <a:chExt cx="384205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7276DBA-8652-2561-D55B-D33712B2A4F1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4FD56A-CCBB-31DF-97CF-EB1F6C629054}"/>
                </a:ext>
              </a:extLst>
            </p:cNvPr>
            <p:cNvSpPr txBox="1"/>
            <p:nvPr/>
          </p:nvSpPr>
          <p:spPr>
            <a:xfrm>
              <a:off x="1691300" y="114844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test</a:t>
              </a:r>
              <a:endParaRPr lang="en-US" sz="1600" baseline="-250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5E51F5-2E17-BFE5-C0E4-75CDBFF0A40F}"/>
              </a:ext>
            </a:extLst>
          </p:cNvPr>
          <p:cNvCxnSpPr>
            <a:cxnSpLocks/>
            <a:stCxn id="11" idx="7"/>
            <a:endCxn id="87" idx="1"/>
          </p:cNvCxnSpPr>
          <p:nvPr/>
        </p:nvCxnSpPr>
        <p:spPr>
          <a:xfrm>
            <a:off x="3286785" y="3104706"/>
            <a:ext cx="936640" cy="604783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080C41-BAAE-CC0D-E093-EFF0DA44630D}"/>
              </a:ext>
            </a:extLst>
          </p:cNvPr>
          <p:cNvSpPr txBox="1"/>
          <p:nvPr/>
        </p:nvSpPr>
        <p:spPr>
          <a:xfrm>
            <a:off x="3764152" y="3447375"/>
            <a:ext cx="244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γ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98546AE-610F-2279-CDB5-47EB9C12FEEF}"/>
              </a:ext>
            </a:extLst>
          </p:cNvPr>
          <p:cNvCxnSpPr>
            <a:cxnSpLocks/>
            <a:stCxn id="127" idx="0"/>
            <a:endCxn id="4" idx="0"/>
          </p:cNvCxnSpPr>
          <p:nvPr/>
        </p:nvCxnSpPr>
        <p:spPr>
          <a:xfrm rot="16200000" flipH="1" flipV="1">
            <a:off x="3002221" y="-243857"/>
            <a:ext cx="1258324" cy="5270102"/>
          </a:xfrm>
          <a:prstGeom prst="bentConnector3">
            <a:avLst>
              <a:gd name="adj1" fmla="val -33333"/>
            </a:avLst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29BFBE8-33BF-45CF-2CB5-874D9BF0A9D4}"/>
              </a:ext>
            </a:extLst>
          </p:cNvPr>
          <p:cNvSpPr txBox="1"/>
          <p:nvPr/>
        </p:nvSpPr>
        <p:spPr>
          <a:xfrm>
            <a:off x="6240113" y="2507496"/>
            <a:ext cx="276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7F86B9-FD42-7AAC-1178-16149904BD3A}"/>
              </a:ext>
            </a:extLst>
          </p:cNvPr>
          <p:cNvSpPr txBox="1"/>
          <p:nvPr/>
        </p:nvSpPr>
        <p:spPr>
          <a:xfrm>
            <a:off x="546115" y="992076"/>
            <a:ext cx="152265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Hospital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17A6E6-A31C-DE5C-EB92-4336283444DC}"/>
              </a:ext>
            </a:extLst>
          </p:cNvPr>
          <p:cNvSpPr/>
          <p:nvPr/>
        </p:nvSpPr>
        <p:spPr>
          <a:xfrm>
            <a:off x="546115" y="5577901"/>
            <a:ext cx="6153573" cy="10398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47A1091-3175-6D1B-BE76-D26668972067}"/>
              </a:ext>
            </a:extLst>
          </p:cNvPr>
          <p:cNvGrpSpPr/>
          <p:nvPr/>
        </p:nvGrpSpPr>
        <p:grpSpPr>
          <a:xfrm>
            <a:off x="708325" y="5757243"/>
            <a:ext cx="575999" cy="576000"/>
            <a:chOff x="896085" y="5162305"/>
            <a:chExt cx="575999" cy="576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0964305-B691-4708-BCC1-804BCC2938CF}"/>
                </a:ext>
              </a:extLst>
            </p:cNvPr>
            <p:cNvSpPr/>
            <p:nvPr/>
          </p:nvSpPr>
          <p:spPr>
            <a:xfrm>
              <a:off x="896085" y="5162305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B8EA869-90A1-9643-8621-D8192980DB01}"/>
                </a:ext>
              </a:extLst>
            </p:cNvPr>
            <p:cNvSpPr txBox="1"/>
            <p:nvPr/>
          </p:nvSpPr>
          <p:spPr>
            <a:xfrm flipH="1">
              <a:off x="1051434" y="5275769"/>
              <a:ext cx="265206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S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E51E105-3729-4933-1E7A-4EF771CAF07D}"/>
              </a:ext>
            </a:extLst>
          </p:cNvPr>
          <p:cNvGrpSpPr/>
          <p:nvPr/>
        </p:nvGrpSpPr>
        <p:grpSpPr>
          <a:xfrm>
            <a:off x="1745690" y="5757243"/>
            <a:ext cx="575999" cy="576000"/>
            <a:chOff x="2310240" y="5162303"/>
            <a:chExt cx="575999" cy="576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471B8AB-84B7-D0B1-D544-7D8311A25A3A}"/>
                </a:ext>
              </a:extLst>
            </p:cNvPr>
            <p:cNvSpPr/>
            <p:nvPr/>
          </p:nvSpPr>
          <p:spPr>
            <a:xfrm>
              <a:off x="2310240" y="5162303"/>
              <a:ext cx="575999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2965530-6398-C859-C800-FA52D4ACDF5D}"/>
                </a:ext>
              </a:extLst>
            </p:cNvPr>
            <p:cNvSpPr txBox="1"/>
            <p:nvPr/>
          </p:nvSpPr>
          <p:spPr>
            <a:xfrm>
              <a:off x="2449915" y="5291574"/>
              <a:ext cx="357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C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54A8C17-9BB5-6EF2-9E75-58A25FED0920}"/>
              </a:ext>
            </a:extLst>
          </p:cNvPr>
          <p:cNvGrpSpPr/>
          <p:nvPr/>
        </p:nvGrpSpPr>
        <p:grpSpPr>
          <a:xfrm>
            <a:off x="2795138" y="5751984"/>
            <a:ext cx="576000" cy="576000"/>
            <a:chOff x="3859213" y="5162302"/>
            <a:chExt cx="576000" cy="576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C46ECFA-AFBE-9758-62AA-F031A20A276A}"/>
                </a:ext>
              </a:extLst>
            </p:cNvPr>
            <p:cNvSpPr/>
            <p:nvPr/>
          </p:nvSpPr>
          <p:spPr>
            <a:xfrm>
              <a:off x="3859213" y="5162302"/>
              <a:ext cx="576000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C0B5E49-0C4F-5689-6AD0-DA5EBDB045AF}"/>
                </a:ext>
              </a:extLst>
            </p:cNvPr>
            <p:cNvSpPr txBox="1"/>
            <p:nvPr/>
          </p:nvSpPr>
          <p:spPr>
            <a:xfrm>
              <a:off x="4043567" y="5291573"/>
              <a:ext cx="246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2">
                      <a:lumMod val="50000"/>
                    </a:schemeClr>
                  </a:solidFill>
                </a:rPr>
                <a:t>I</a:t>
              </a:r>
              <a:endParaRPr lang="en-US" sz="16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77054DBC-CAA1-C5EF-5E11-E315CB5B1395}"/>
              </a:ext>
            </a:extLst>
          </p:cNvPr>
          <p:cNvSpPr txBox="1"/>
          <p:nvPr/>
        </p:nvSpPr>
        <p:spPr>
          <a:xfrm>
            <a:off x="970141" y="5122380"/>
            <a:ext cx="484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S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E6D375-889A-A6B0-876B-445B8F4B3E83}"/>
              </a:ext>
            </a:extLst>
          </p:cNvPr>
          <p:cNvSpPr txBox="1"/>
          <p:nvPr/>
        </p:nvSpPr>
        <p:spPr>
          <a:xfrm>
            <a:off x="2012786" y="5118243"/>
            <a:ext cx="3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E41129-CB8B-9B4C-9691-319D3221A35D}"/>
              </a:ext>
            </a:extLst>
          </p:cNvPr>
          <p:cNvSpPr txBox="1"/>
          <p:nvPr/>
        </p:nvSpPr>
        <p:spPr>
          <a:xfrm>
            <a:off x="3055499" y="5122380"/>
            <a:ext cx="361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A5DED6E-CD6F-85E5-C915-FF2D41E5FF6B}"/>
              </a:ext>
            </a:extLst>
          </p:cNvPr>
          <p:cNvSpPr txBox="1"/>
          <p:nvPr/>
        </p:nvSpPr>
        <p:spPr>
          <a:xfrm>
            <a:off x="5650447" y="5113411"/>
            <a:ext cx="68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A6CD2D5-ACB2-CCEC-DDD3-919B09AFD9FE}"/>
              </a:ext>
            </a:extLst>
          </p:cNvPr>
          <p:cNvCxnSpPr>
            <a:cxnSpLocks/>
            <a:stCxn id="56" idx="1"/>
            <a:endCxn id="4" idx="3"/>
          </p:cNvCxnSpPr>
          <p:nvPr/>
        </p:nvCxnSpPr>
        <p:spPr>
          <a:xfrm flipV="1">
            <a:off x="792678" y="3512003"/>
            <a:ext cx="7" cy="2329593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6C1BD52-B68F-BFAD-2908-DE581A0F8931}"/>
              </a:ext>
            </a:extLst>
          </p:cNvPr>
          <p:cNvCxnSpPr>
            <a:cxnSpLocks/>
            <a:stCxn id="61" idx="1"/>
            <a:endCxn id="8" idx="3"/>
          </p:cNvCxnSpPr>
          <p:nvPr/>
        </p:nvCxnSpPr>
        <p:spPr>
          <a:xfrm flipV="1">
            <a:off x="1830043" y="3512001"/>
            <a:ext cx="6045" cy="232959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999BEA-5E6B-911A-5EA1-59A738A100B4}"/>
              </a:ext>
            </a:extLst>
          </p:cNvPr>
          <p:cNvCxnSpPr>
            <a:cxnSpLocks/>
            <a:stCxn id="65" idx="1"/>
            <a:endCxn id="11" idx="3"/>
          </p:cNvCxnSpPr>
          <p:nvPr/>
        </p:nvCxnSpPr>
        <p:spPr>
          <a:xfrm flipV="1">
            <a:off x="2879491" y="3512000"/>
            <a:ext cx="0" cy="232433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2F6990FF-772E-4E02-37E6-60BBFD2059BE}"/>
              </a:ext>
            </a:extLst>
          </p:cNvPr>
          <p:cNvSpPr txBox="1"/>
          <p:nvPr/>
        </p:nvSpPr>
        <p:spPr>
          <a:xfrm>
            <a:off x="1481552" y="5096152"/>
            <a:ext cx="446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01C1A24-BAD5-1346-2D36-8000C257744E}"/>
              </a:ext>
            </a:extLst>
          </p:cNvPr>
          <p:cNvSpPr txBox="1"/>
          <p:nvPr/>
        </p:nvSpPr>
        <p:spPr>
          <a:xfrm>
            <a:off x="2588900" y="5122380"/>
            <a:ext cx="3616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9CF737E-2899-698C-82DA-297FF7931096}"/>
              </a:ext>
            </a:extLst>
          </p:cNvPr>
          <p:cNvCxnSpPr>
            <a:cxnSpLocks/>
            <a:stCxn id="8" idx="4"/>
            <a:endCxn id="61" idx="0"/>
          </p:cNvCxnSpPr>
          <p:nvPr/>
        </p:nvCxnSpPr>
        <p:spPr>
          <a:xfrm flipH="1">
            <a:off x="2033690" y="3596354"/>
            <a:ext cx="6045" cy="216088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638D9B1-79F0-1B69-C2C7-EA0EACB6A073}"/>
              </a:ext>
            </a:extLst>
          </p:cNvPr>
          <p:cNvCxnSpPr>
            <a:cxnSpLocks/>
            <a:stCxn id="4" idx="4"/>
            <a:endCxn id="56" idx="0"/>
          </p:cNvCxnSpPr>
          <p:nvPr/>
        </p:nvCxnSpPr>
        <p:spPr>
          <a:xfrm flipH="1">
            <a:off x="996325" y="3596356"/>
            <a:ext cx="7" cy="21608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79DF246-92B6-E5C2-6496-78716B46110F}"/>
              </a:ext>
            </a:extLst>
          </p:cNvPr>
          <p:cNvCxnSpPr>
            <a:cxnSpLocks/>
            <a:stCxn id="11" idx="4"/>
            <a:endCxn id="65" idx="0"/>
          </p:cNvCxnSpPr>
          <p:nvPr/>
        </p:nvCxnSpPr>
        <p:spPr>
          <a:xfrm>
            <a:off x="3083138" y="3596353"/>
            <a:ext cx="0" cy="215563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34BD12-D93F-3E42-1B85-F7D88D212B69}"/>
              </a:ext>
            </a:extLst>
          </p:cNvPr>
          <p:cNvGrpSpPr/>
          <p:nvPr/>
        </p:nvGrpSpPr>
        <p:grpSpPr>
          <a:xfrm>
            <a:off x="3394785" y="1535069"/>
            <a:ext cx="575999" cy="576000"/>
            <a:chOff x="2292594" y="1019175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3F919CA0-2BAD-2989-813E-9BD9D291280D}"/>
                </a:ext>
              </a:extLst>
            </p:cNvPr>
            <p:cNvSpPr/>
            <p:nvPr/>
          </p:nvSpPr>
          <p:spPr>
            <a:xfrm>
              <a:off x="2292594" y="1019175"/>
              <a:ext cx="366273" cy="576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AA41A39-4929-E04A-7B98-D34E8F4BF553}"/>
                </a:ext>
              </a:extLst>
            </p:cNvPr>
            <p:cNvSpPr txBox="1"/>
            <p:nvPr/>
          </p:nvSpPr>
          <p:spPr>
            <a:xfrm flipH="1">
              <a:off x="2391379" y="1132639"/>
              <a:ext cx="168642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</a:t>
              </a:r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6C9940E-916B-FEE8-55D1-06E6D3D5DBDD}"/>
              </a:ext>
            </a:extLst>
          </p:cNvPr>
          <p:cNvCxnSpPr>
            <a:cxnSpLocks/>
            <a:stCxn id="11" idx="0"/>
            <a:endCxn id="124" idx="4"/>
          </p:cNvCxnSpPr>
          <p:nvPr/>
        </p:nvCxnSpPr>
        <p:spPr>
          <a:xfrm flipV="1">
            <a:off x="3083138" y="2111069"/>
            <a:ext cx="599647" cy="90928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1B052C3-664F-DE7A-F783-C531214D9826}"/>
              </a:ext>
            </a:extLst>
          </p:cNvPr>
          <p:cNvCxnSpPr>
            <a:cxnSpLocks/>
            <a:stCxn id="4" idx="0"/>
            <a:endCxn id="124" idx="2"/>
          </p:cNvCxnSpPr>
          <p:nvPr/>
        </p:nvCxnSpPr>
        <p:spPr>
          <a:xfrm flipV="1">
            <a:off x="996326" y="1823069"/>
            <a:ext cx="2398459" cy="119728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A04D9F8-7F8F-C502-785E-3B8E68D5509A}"/>
              </a:ext>
            </a:extLst>
          </p:cNvPr>
          <p:cNvCxnSpPr>
            <a:cxnSpLocks/>
            <a:stCxn id="8" idx="0"/>
            <a:endCxn id="124" idx="3"/>
          </p:cNvCxnSpPr>
          <p:nvPr/>
        </p:nvCxnSpPr>
        <p:spPr>
          <a:xfrm flipV="1">
            <a:off x="2039735" y="2026716"/>
            <a:ext cx="1439403" cy="99363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8430605-6A9D-0F76-44AB-0879C94D55D2}"/>
              </a:ext>
            </a:extLst>
          </p:cNvPr>
          <p:cNvCxnSpPr>
            <a:cxnSpLocks/>
            <a:stCxn id="15" idx="0"/>
            <a:endCxn id="124" idx="6"/>
          </p:cNvCxnSpPr>
          <p:nvPr/>
        </p:nvCxnSpPr>
        <p:spPr>
          <a:xfrm flipH="1" flipV="1">
            <a:off x="3970784" y="1823069"/>
            <a:ext cx="1227359" cy="1203092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9660C07-4490-33B8-5639-73D9D943C233}"/>
              </a:ext>
            </a:extLst>
          </p:cNvPr>
          <p:cNvSpPr txBox="1"/>
          <p:nvPr/>
        </p:nvSpPr>
        <p:spPr>
          <a:xfrm>
            <a:off x="1068036" y="2487182"/>
            <a:ext cx="550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A8DE1F9-C013-33D3-2119-B2738FDDB785}"/>
              </a:ext>
            </a:extLst>
          </p:cNvPr>
          <p:cNvSpPr txBox="1"/>
          <p:nvPr/>
        </p:nvSpPr>
        <p:spPr>
          <a:xfrm>
            <a:off x="1901709" y="2511659"/>
            <a:ext cx="502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BC7D6D2-2895-01AD-79CD-D0CCC29F09EA}"/>
              </a:ext>
            </a:extLst>
          </p:cNvPr>
          <p:cNvSpPr txBox="1"/>
          <p:nvPr/>
        </p:nvSpPr>
        <p:spPr>
          <a:xfrm>
            <a:off x="2864164" y="2509067"/>
            <a:ext cx="403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281DAC5-8BC5-C6A1-24B0-D683D549D1C1}"/>
              </a:ext>
            </a:extLst>
          </p:cNvPr>
          <p:cNvSpPr txBox="1"/>
          <p:nvPr/>
        </p:nvSpPr>
        <p:spPr>
          <a:xfrm>
            <a:off x="4878789" y="2490248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Xtest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F580F4-2EC5-B573-6AF7-A7D68505FF62}"/>
              </a:ext>
            </a:extLst>
          </p:cNvPr>
          <p:cNvCxnSpPr>
            <a:cxnSpLocks/>
            <a:stCxn id="22" idx="0"/>
            <a:endCxn id="15" idx="5"/>
          </p:cNvCxnSpPr>
          <p:nvPr/>
        </p:nvCxnSpPr>
        <p:spPr>
          <a:xfrm flipH="1" flipV="1">
            <a:off x="5401789" y="3517808"/>
            <a:ext cx="280720" cy="670409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1CE8D0-C8A2-63EE-E107-118B8A1A7C9F}"/>
              </a:ext>
            </a:extLst>
          </p:cNvPr>
          <p:cNvSpPr txBox="1"/>
          <p:nvPr/>
        </p:nvSpPr>
        <p:spPr>
          <a:xfrm>
            <a:off x="5462911" y="3458355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π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9A85D8-B746-D490-209B-A63F068474F3}"/>
              </a:ext>
            </a:extLst>
          </p:cNvPr>
          <p:cNvGrpSpPr/>
          <p:nvPr/>
        </p:nvGrpSpPr>
        <p:grpSpPr>
          <a:xfrm>
            <a:off x="5981744" y="3019627"/>
            <a:ext cx="635630" cy="576000"/>
            <a:chOff x="1659284" y="1019175"/>
            <a:chExt cx="404191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AE5D47-4055-2D35-E6EF-2ED8B9711F15}"/>
                </a:ext>
              </a:extLst>
            </p:cNvPr>
            <p:cNvSpPr/>
            <p:nvPr/>
          </p:nvSpPr>
          <p:spPr>
            <a:xfrm>
              <a:off x="1659284" y="1019175"/>
              <a:ext cx="366273" cy="576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E91205-869D-8565-FED1-9FE11F5DE6A3}"/>
                </a:ext>
              </a:extLst>
            </p:cNvPr>
            <p:cNvSpPr txBox="1"/>
            <p:nvPr/>
          </p:nvSpPr>
          <p:spPr>
            <a:xfrm>
              <a:off x="1681340" y="1149172"/>
              <a:ext cx="382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X</a:t>
              </a:r>
              <a:r>
                <a:rPr lang="en-GB" sz="1600" baseline="-25000" dirty="0" err="1"/>
                <a:t>treat</a:t>
              </a:r>
              <a:endParaRPr lang="en-US" sz="1600" baseline="-25000" dirty="0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BA73240-1C9E-FEBC-8275-5433F73BF240}"/>
              </a:ext>
            </a:extLst>
          </p:cNvPr>
          <p:cNvSpPr txBox="1"/>
          <p:nvPr/>
        </p:nvSpPr>
        <p:spPr>
          <a:xfrm>
            <a:off x="5478946" y="3043700"/>
            <a:ext cx="34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θ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4BE1C3-1FA9-2595-41FF-9203EA0B8C45}"/>
              </a:ext>
            </a:extLst>
          </p:cNvPr>
          <p:cNvCxnSpPr>
            <a:cxnSpLocks/>
            <a:stCxn id="15" idx="7"/>
            <a:endCxn id="13" idx="1"/>
          </p:cNvCxnSpPr>
          <p:nvPr/>
        </p:nvCxnSpPr>
        <p:spPr>
          <a:xfrm flipV="1">
            <a:off x="5401789" y="3103980"/>
            <a:ext cx="664308" cy="6534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7B53C48-9DC7-3863-52FF-519456C547B0}"/>
              </a:ext>
            </a:extLst>
          </p:cNvPr>
          <p:cNvCxnSpPr>
            <a:cxnSpLocks/>
            <a:stCxn id="13" idx="0"/>
            <a:endCxn id="124" idx="7"/>
          </p:cNvCxnSpPr>
          <p:nvPr/>
        </p:nvCxnSpPr>
        <p:spPr>
          <a:xfrm flipH="1" flipV="1">
            <a:off x="3886431" y="1619422"/>
            <a:ext cx="2383313" cy="1400205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CCD99B4-D52B-F6DF-CBA2-5F645444472D}"/>
              </a:ext>
            </a:extLst>
          </p:cNvPr>
          <p:cNvSpPr txBox="1"/>
          <p:nvPr/>
        </p:nvSpPr>
        <p:spPr>
          <a:xfrm>
            <a:off x="5319668" y="2206170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Xtreat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768649-6230-8AC9-C791-8CDDACB1C398}"/>
              </a:ext>
            </a:extLst>
          </p:cNvPr>
          <p:cNvGrpSpPr/>
          <p:nvPr/>
        </p:nvGrpSpPr>
        <p:grpSpPr>
          <a:xfrm>
            <a:off x="3373390" y="4189520"/>
            <a:ext cx="575996" cy="576000"/>
            <a:chOff x="1484849" y="1178204"/>
            <a:chExt cx="366273" cy="576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F3ED290-28A0-9CA8-BCA7-38FCED16CA68}"/>
                </a:ext>
              </a:extLst>
            </p:cNvPr>
            <p:cNvSpPr/>
            <p:nvPr/>
          </p:nvSpPr>
          <p:spPr>
            <a:xfrm>
              <a:off x="1484849" y="1178204"/>
              <a:ext cx="366273" cy="576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989DA1-8541-BE29-1E6C-DA1114A92DD7}"/>
                </a:ext>
              </a:extLst>
            </p:cNvPr>
            <p:cNvSpPr txBox="1"/>
            <p:nvPr/>
          </p:nvSpPr>
          <p:spPr>
            <a:xfrm>
              <a:off x="1491895" y="1305886"/>
              <a:ext cx="3521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FN</a:t>
              </a:r>
              <a:endParaRPr lang="en-US" sz="1600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2A8A5F1-4F78-E87A-1C8D-F2AC06246B22}"/>
              </a:ext>
            </a:extLst>
          </p:cNvPr>
          <p:cNvCxnSpPr>
            <a:cxnSpLocks/>
            <a:stCxn id="87" idx="2"/>
            <a:endCxn id="47" idx="0"/>
          </p:cNvCxnSpPr>
          <p:nvPr/>
        </p:nvCxnSpPr>
        <p:spPr>
          <a:xfrm flipH="1">
            <a:off x="3661388" y="3913136"/>
            <a:ext cx="477684" cy="276384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E372F78-EDD7-CDCB-98A9-A91E5553E270}"/>
              </a:ext>
            </a:extLst>
          </p:cNvPr>
          <p:cNvSpPr txBox="1"/>
          <p:nvPr/>
        </p:nvSpPr>
        <p:spPr>
          <a:xfrm>
            <a:off x="3827815" y="3946440"/>
            <a:ext cx="24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AF7914D-8185-30FA-E3AD-6CECDB7B0D1C}"/>
              </a:ext>
            </a:extLst>
          </p:cNvPr>
          <p:cNvCxnSpPr>
            <a:cxnSpLocks/>
            <a:stCxn id="47" idx="4"/>
            <a:endCxn id="65" idx="7"/>
          </p:cNvCxnSpPr>
          <p:nvPr/>
        </p:nvCxnSpPr>
        <p:spPr>
          <a:xfrm flipH="1">
            <a:off x="3286785" y="4765520"/>
            <a:ext cx="374603" cy="107081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8A70E18-78D3-1551-685E-4BAD31162F3D}"/>
              </a:ext>
            </a:extLst>
          </p:cNvPr>
          <p:cNvCxnSpPr>
            <a:cxnSpLocks/>
            <a:stCxn id="47" idx="0"/>
            <a:endCxn id="124" idx="4"/>
          </p:cNvCxnSpPr>
          <p:nvPr/>
        </p:nvCxnSpPr>
        <p:spPr>
          <a:xfrm flipV="1">
            <a:off x="3661388" y="2111069"/>
            <a:ext cx="21397" cy="207845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33A04F9-659A-93DB-3E77-F0D1C9B58D13}"/>
              </a:ext>
            </a:extLst>
          </p:cNvPr>
          <p:cNvSpPr txBox="1"/>
          <p:nvPr/>
        </p:nvSpPr>
        <p:spPr>
          <a:xfrm>
            <a:off x="3185694" y="3750431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02ECC37-9185-7C49-E46F-89C40EDA0231}"/>
              </a:ext>
            </a:extLst>
          </p:cNvPr>
          <p:cNvSpPr txBox="1"/>
          <p:nvPr/>
        </p:nvSpPr>
        <p:spPr>
          <a:xfrm>
            <a:off x="3463819" y="5121276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 err="1">
                <a:solidFill>
                  <a:schemeClr val="bg2">
                    <a:lumMod val="50000"/>
                  </a:schemeClr>
                </a:solidFill>
              </a:rPr>
              <a:t>FN</a:t>
            </a:r>
            <a:endParaRPr lang="en-US" sz="1600" baseline="-25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910DA7-C633-9002-D850-330B05F2F20A}"/>
              </a:ext>
            </a:extLst>
          </p:cNvPr>
          <p:cNvSpPr/>
          <p:nvPr/>
        </p:nvSpPr>
        <p:spPr>
          <a:xfrm>
            <a:off x="5394510" y="4188217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5A12FD-7C50-F5D3-461E-6F818597CCB9}"/>
              </a:ext>
            </a:extLst>
          </p:cNvPr>
          <p:cNvSpPr txBox="1"/>
          <p:nvPr/>
        </p:nvSpPr>
        <p:spPr>
          <a:xfrm>
            <a:off x="5396757" y="4324637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4</a:t>
            </a:r>
            <a:endParaRPr lang="en-US" sz="1600" baseline="-25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3F1855F-8CB1-791C-2FC4-436703127623}"/>
              </a:ext>
            </a:extLst>
          </p:cNvPr>
          <p:cNvCxnSpPr>
            <a:cxnSpLocks/>
            <a:stCxn id="22" idx="3"/>
            <a:endCxn id="47" idx="5"/>
          </p:cNvCxnSpPr>
          <p:nvPr/>
        </p:nvCxnSpPr>
        <p:spPr>
          <a:xfrm flipH="1">
            <a:off x="3865033" y="4679864"/>
            <a:ext cx="1613830" cy="1303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7783A7-3A1C-441C-4E28-E7B51031DD61}"/>
              </a:ext>
            </a:extLst>
          </p:cNvPr>
          <p:cNvSpPr txBox="1"/>
          <p:nvPr/>
        </p:nvSpPr>
        <p:spPr>
          <a:xfrm>
            <a:off x="4788720" y="4593099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6E1FFCD-8E31-3474-0F5F-7DAB371D2908}"/>
              </a:ext>
            </a:extLst>
          </p:cNvPr>
          <p:cNvSpPr txBox="1"/>
          <p:nvPr/>
        </p:nvSpPr>
        <p:spPr>
          <a:xfrm>
            <a:off x="4669009" y="3553616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BF81F32-8B3E-B694-3A6A-5A77F4C56950}"/>
              </a:ext>
            </a:extLst>
          </p:cNvPr>
          <p:cNvSpPr/>
          <p:nvPr/>
        </p:nvSpPr>
        <p:spPr>
          <a:xfrm>
            <a:off x="4139072" y="3625136"/>
            <a:ext cx="575998" cy="576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C182CC5-B8A2-6697-36A7-6B4A823CF6B8}"/>
              </a:ext>
            </a:extLst>
          </p:cNvPr>
          <p:cNvSpPr txBox="1"/>
          <p:nvPr/>
        </p:nvSpPr>
        <p:spPr>
          <a:xfrm>
            <a:off x="4166293" y="3746265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3</a:t>
            </a:r>
            <a:endParaRPr lang="en-US" sz="1600" baseline="-25000" dirty="0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E9555D9-BE66-AC90-AB4F-93422CF1168B}"/>
              </a:ext>
            </a:extLst>
          </p:cNvPr>
          <p:cNvCxnSpPr>
            <a:cxnSpLocks/>
            <a:stCxn id="15" idx="3"/>
            <a:endCxn id="87" idx="7"/>
          </p:cNvCxnSpPr>
          <p:nvPr/>
        </p:nvCxnSpPr>
        <p:spPr>
          <a:xfrm flipH="1">
            <a:off x="4630717" y="3517808"/>
            <a:ext cx="363780" cy="191681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7F991A16-C225-22AE-D5D2-4E50F9B1B11F}"/>
              </a:ext>
            </a:extLst>
          </p:cNvPr>
          <p:cNvSpPr/>
          <p:nvPr/>
        </p:nvSpPr>
        <p:spPr>
          <a:xfrm>
            <a:off x="5978435" y="1762032"/>
            <a:ext cx="575998" cy="576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3C98149-9835-0AA3-F744-752A2662DE04}"/>
              </a:ext>
            </a:extLst>
          </p:cNvPr>
          <p:cNvSpPr txBox="1"/>
          <p:nvPr/>
        </p:nvSpPr>
        <p:spPr>
          <a:xfrm>
            <a:off x="6003992" y="1872899"/>
            <a:ext cx="55385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</a:t>
            </a:r>
            <a:r>
              <a:rPr lang="en-GB" sz="1600" baseline="-25000" dirty="0"/>
              <a:t>5</a:t>
            </a:r>
            <a:endParaRPr lang="en-US" sz="1600" baseline="-25000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A8FA20E-8BD2-1E54-5E70-842773ECEF12}"/>
              </a:ext>
            </a:extLst>
          </p:cNvPr>
          <p:cNvCxnSpPr>
            <a:cxnSpLocks/>
            <a:stCxn id="13" idx="0"/>
            <a:endCxn id="127" idx="4"/>
          </p:cNvCxnSpPr>
          <p:nvPr/>
        </p:nvCxnSpPr>
        <p:spPr>
          <a:xfrm flipH="1" flipV="1">
            <a:off x="6266434" y="2338032"/>
            <a:ext cx="3310" cy="681595"/>
          </a:xfrm>
          <a:prstGeom prst="straightConnector1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AA7F2B31-20D8-A0E3-92CE-1F73E309383D}"/>
              </a:ext>
            </a:extLst>
          </p:cNvPr>
          <p:cNvSpPr txBox="1"/>
          <p:nvPr/>
        </p:nvSpPr>
        <p:spPr>
          <a:xfrm>
            <a:off x="5824908" y="1262851"/>
            <a:ext cx="271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τ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DB9A2F1-8A16-A29D-293B-E3D59CE8921F}"/>
              </a:ext>
            </a:extLst>
          </p:cNvPr>
          <p:cNvCxnSpPr>
            <a:cxnSpLocks/>
            <a:stCxn id="127" idx="3"/>
            <a:endCxn id="124" idx="7"/>
          </p:cNvCxnSpPr>
          <p:nvPr/>
        </p:nvCxnSpPr>
        <p:spPr>
          <a:xfrm flipH="1" flipV="1">
            <a:off x="3886431" y="1619422"/>
            <a:ext cx="2176357" cy="63425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DC85644-0DBE-143B-A49B-A1143DF8FEBA}"/>
              </a:ext>
            </a:extLst>
          </p:cNvPr>
          <p:cNvSpPr txBox="1"/>
          <p:nvPr/>
        </p:nvSpPr>
        <p:spPr>
          <a:xfrm>
            <a:off x="5348118" y="1766590"/>
            <a:ext cx="776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T5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9C066B0-C403-C5D4-3E45-0233C31D034A}"/>
              </a:ext>
            </a:extLst>
          </p:cNvPr>
          <p:cNvCxnSpPr>
            <a:cxnSpLocks/>
            <a:stCxn id="87" idx="0"/>
            <a:endCxn id="124" idx="5"/>
          </p:cNvCxnSpPr>
          <p:nvPr/>
        </p:nvCxnSpPr>
        <p:spPr>
          <a:xfrm flipH="1" flipV="1">
            <a:off x="3886431" y="2026716"/>
            <a:ext cx="540640" cy="159842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CA5E03E7-243D-38CC-C077-1CF5D8E9E3D6}"/>
              </a:ext>
            </a:extLst>
          </p:cNvPr>
          <p:cNvSpPr txBox="1"/>
          <p:nvPr/>
        </p:nvSpPr>
        <p:spPr>
          <a:xfrm>
            <a:off x="4812932" y="4079230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T4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E69E52A-AD61-86BE-BC30-8D8C09078397}"/>
              </a:ext>
            </a:extLst>
          </p:cNvPr>
          <p:cNvSpPr txBox="1"/>
          <p:nvPr/>
        </p:nvSpPr>
        <p:spPr>
          <a:xfrm>
            <a:off x="3646413" y="2515803"/>
            <a:ext cx="676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T3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01C18E2-4686-C70A-4805-A190802A487B}"/>
              </a:ext>
            </a:extLst>
          </p:cNvPr>
          <p:cNvCxnSpPr>
            <a:cxnSpLocks/>
            <a:stCxn id="22" idx="4"/>
            <a:endCxn id="65" idx="6"/>
          </p:cNvCxnSpPr>
          <p:nvPr/>
        </p:nvCxnSpPr>
        <p:spPr>
          <a:xfrm flipH="1">
            <a:off x="3371138" y="4764217"/>
            <a:ext cx="2311371" cy="1275767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4DE4D075-5095-17AB-0488-765E974D39E6}"/>
              </a:ext>
            </a:extLst>
          </p:cNvPr>
          <p:cNvSpPr txBox="1"/>
          <p:nvPr/>
        </p:nvSpPr>
        <p:spPr>
          <a:xfrm>
            <a:off x="4820826" y="5142620"/>
            <a:ext cx="589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US" sz="1600" baseline="-25000" dirty="0">
                <a:solidFill>
                  <a:schemeClr val="bg2">
                    <a:lumMod val="50000"/>
                  </a:schemeClr>
                </a:solidFill>
              </a:rPr>
              <a:t>T4</a:t>
            </a:r>
          </a:p>
        </p:txBody>
      </p: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C4C8E663-A29F-BD96-1421-D6AF87014515}"/>
              </a:ext>
            </a:extLst>
          </p:cNvPr>
          <p:cNvCxnSpPr>
            <a:cxnSpLocks/>
          </p:cNvCxnSpPr>
          <p:nvPr/>
        </p:nvCxnSpPr>
        <p:spPr>
          <a:xfrm rot="5400000">
            <a:off x="2260916" y="2324466"/>
            <a:ext cx="2737616" cy="5273419"/>
          </a:xfrm>
          <a:prstGeom prst="bentConnector3">
            <a:avLst>
              <a:gd name="adj1" fmla="val 104574"/>
            </a:avLst>
          </a:prstGeom>
          <a:ln w="19050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09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102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1</cp:revision>
  <dcterms:created xsi:type="dcterms:W3CDTF">2026-10-15T17:52:25Z</dcterms:created>
  <dcterms:modified xsi:type="dcterms:W3CDTF">2026-10-15T17:53:08Z</dcterms:modified>
</cp:coreProperties>
</file>
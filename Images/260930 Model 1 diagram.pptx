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01" r:id="rId5"/>
    <p:sldId id="500" r:id="rId6"/>
    <p:sldId id="499" r:id="rId7"/>
    <p:sldId id="502" r:id="rId8"/>
    <p:sldId id="503" r:id="rId9"/>
    <p:sldId id="504" r:id="rId10"/>
    <p:sldId id="505" r:id="rId11"/>
    <p:sldId id="506" r:id="rId12"/>
    <p:sldId id="507" r:id="rId13"/>
    <p:sldId id="508" r:id="rId14"/>
    <p:sldId id="509" r:id="rId15"/>
    <p:sldId id="5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C400A9-321F-4C71-A376-489B76B4769E}" v="202" dt="2026-10-14T17:47:18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67" autoAdjust="0"/>
    <p:restoredTop sz="94660"/>
  </p:normalViewPr>
  <p:slideViewPr>
    <p:cSldViewPr snapToGrid="0">
      <p:cViewPr varScale="1">
        <p:scale>
          <a:sx n="175" d="100"/>
          <a:sy n="175" d="100"/>
        </p:scale>
        <p:origin x="3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Fellowes" userId="ad24ae3f3b31f6f2" providerId="LiveId" clId="{F4F871EA-529A-490B-A4D9-F35205FBBD9E}"/>
    <pc:docChg chg="undo custSel addSld modSld sldOrd">
      <pc:chgData name="Laura Fellowes" userId="ad24ae3f3b31f6f2" providerId="LiveId" clId="{F4F871EA-529A-490B-A4D9-F35205FBBD9E}" dt="2026-10-14T17:59:25.198" v="6052" actId="14100"/>
      <pc:docMkLst>
        <pc:docMk/>
      </pc:docMkLst>
      <pc:sldChg chg="addSp delSp modSp mod">
        <pc:chgData name="Laura Fellowes" userId="ad24ae3f3b31f6f2" providerId="LiveId" clId="{F4F871EA-529A-490B-A4D9-F35205FBBD9E}" dt="2026-10-14T17:27:16.763" v="5720" actId="14100"/>
        <pc:sldMkLst>
          <pc:docMk/>
          <pc:sldMk cId="3388391822" sldId="499"/>
        </pc:sldMkLst>
        <pc:spChg chg="mod topLvl">
          <ac:chgData name="Laura Fellowes" userId="ad24ae3f3b31f6f2" providerId="LiveId" clId="{F4F871EA-529A-490B-A4D9-F35205FBBD9E}" dt="2026-10-14T17:22:38.867" v="5586" actId="14100"/>
          <ac:spMkLst>
            <pc:docMk/>
            <pc:sldMk cId="3388391822" sldId="499"/>
            <ac:spMk id="14" creationId="{86CF21CD-26C9-8ED0-696C-AB2AECFB1570}"/>
          </ac:spMkLst>
        </pc:spChg>
        <pc:spChg chg="mod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15" creationId="{277EE4EB-0E76-8F64-EA25-4182B2E7CCB8}"/>
          </ac:spMkLst>
        </pc:spChg>
        <pc:spChg chg="mod topLvl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18" creationId="{5DE472A8-F837-6BD7-119A-38B27226943B}"/>
          </ac:spMkLst>
        </pc:spChg>
        <pc:spChg chg="mod">
          <ac:chgData name="Laura Fellowes" userId="ad24ae3f3b31f6f2" providerId="LiveId" clId="{F4F871EA-529A-490B-A4D9-F35205FBBD9E}" dt="2026-10-14T17:22:32.495" v="5585" actId="1076"/>
          <ac:spMkLst>
            <pc:docMk/>
            <pc:sldMk cId="3388391822" sldId="499"/>
            <ac:spMk id="20" creationId="{90BCC340-DBDC-DAD6-FFDC-64CBAC6B29C0}"/>
          </ac:spMkLst>
        </pc:spChg>
        <pc:spChg chg="mod topLvl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36" creationId="{11EEE931-5D03-A1D8-E915-9DB56F6ACF00}"/>
          </ac:spMkLst>
        </pc:spChg>
        <pc:spChg chg="mod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48" creationId="{ECAB4D8A-67A4-0B63-8461-FC4257C5F0E9}"/>
          </ac:spMkLst>
        </pc:spChg>
        <pc:spChg chg="mod">
          <ac:chgData name="Laura Fellowes" userId="ad24ae3f3b31f6f2" providerId="LiveId" clId="{F4F871EA-529A-490B-A4D9-F35205FBBD9E}" dt="2026-10-14T17:20:57.621" v="5578" actId="1037"/>
          <ac:spMkLst>
            <pc:docMk/>
            <pc:sldMk cId="3388391822" sldId="499"/>
            <ac:spMk id="53" creationId="{FE12BD97-ABB6-DB49-3CC6-7550AD239A20}"/>
          </ac:spMkLst>
        </pc:spChg>
        <pc:spChg chg="mod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61" creationId="{AD3621B7-7BFD-70FE-EBF9-F1B87C42141E}"/>
          </ac:spMkLst>
        </pc:spChg>
        <pc:spChg chg="mod">
          <ac:chgData name="Laura Fellowes" userId="ad24ae3f3b31f6f2" providerId="LiveId" clId="{F4F871EA-529A-490B-A4D9-F35205FBBD9E}" dt="2026-10-14T17:22:43.245" v="5587" actId="1076"/>
          <ac:spMkLst>
            <pc:docMk/>
            <pc:sldMk cId="3388391822" sldId="499"/>
            <ac:spMk id="80" creationId="{DBAFA840-BED8-A897-8C14-A09585E6976E}"/>
          </ac:spMkLst>
        </pc:spChg>
        <pc:spChg chg="mod topLvl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93" creationId="{1BF7C3BA-B4AB-B027-1DC1-962084E0622B}"/>
          </ac:spMkLst>
        </pc:spChg>
        <pc:spChg chg="mod topLvl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95" creationId="{9006116A-7350-D7AE-F2C6-15E45BBDDC0E}"/>
          </ac:spMkLst>
        </pc:spChg>
        <pc:spChg chg="mod">
          <ac:chgData name="Laura Fellowes" userId="ad24ae3f3b31f6f2" providerId="LiveId" clId="{F4F871EA-529A-490B-A4D9-F35205FBBD9E}" dt="2026-10-14T17:22:24.174" v="5583" actId="1076"/>
          <ac:spMkLst>
            <pc:docMk/>
            <pc:sldMk cId="3388391822" sldId="499"/>
            <ac:spMk id="106" creationId="{7E82E24F-B82C-3C69-101C-1FC607A63135}"/>
          </ac:spMkLst>
        </pc:spChg>
        <pc:spChg chg="mod">
          <ac:chgData name="Laura Fellowes" userId="ad24ae3f3b31f6f2" providerId="LiveId" clId="{F4F871EA-529A-490B-A4D9-F35205FBBD9E}" dt="2026-10-14T17:25:11.414" v="5679" actId="1076"/>
          <ac:spMkLst>
            <pc:docMk/>
            <pc:sldMk cId="3388391822" sldId="499"/>
            <ac:spMk id="120" creationId="{36400C8C-B0BD-1F12-4E56-61F3938B9C73}"/>
          </ac:spMkLst>
        </pc:spChg>
        <pc:spChg chg="mod topLvl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140" creationId="{6ECC8946-AB56-9B85-35FB-0700336BBFF8}"/>
          </ac:spMkLst>
        </pc:spChg>
        <pc:spChg chg="mod topLvl">
          <ac:chgData name="Laura Fellowes" userId="ad24ae3f3b31f6f2" providerId="LiveId" clId="{F4F871EA-529A-490B-A4D9-F35205FBBD9E}" dt="2026-10-14T17:20:23.819" v="5512" actId="165"/>
          <ac:spMkLst>
            <pc:docMk/>
            <pc:sldMk cId="3388391822" sldId="499"/>
            <ac:spMk id="141" creationId="{A704984C-1DE4-2D0A-BC28-6C0B9F543998}"/>
          </ac:spMkLst>
        </pc:spChg>
        <pc:grpChg chg="mod">
          <ac:chgData name="Laura Fellowes" userId="ad24ae3f3b31f6f2" providerId="LiveId" clId="{F4F871EA-529A-490B-A4D9-F35205FBBD9E}" dt="2026-10-14T17:20:46.573" v="5530" actId="1036"/>
          <ac:grpSpMkLst>
            <pc:docMk/>
            <pc:sldMk cId="3388391822" sldId="499"/>
            <ac:grpSpMk id="67" creationId="{1770EB9D-E337-38D7-3DB7-D21AB5C87AA5}"/>
          </ac:grpSpMkLst>
        </pc:grpChg>
        <pc:grpChg chg="mod">
          <ac:chgData name="Laura Fellowes" userId="ad24ae3f3b31f6f2" providerId="LiveId" clId="{F4F871EA-529A-490B-A4D9-F35205FBBD9E}" dt="2026-10-14T17:20:46.573" v="5530" actId="1036"/>
          <ac:grpSpMkLst>
            <pc:docMk/>
            <pc:sldMk cId="3388391822" sldId="499"/>
            <ac:grpSpMk id="68" creationId="{5E4966D4-04EC-C4CA-3847-CAAB00B335B9}"/>
          </ac:grpSpMkLst>
        </pc:grpChg>
        <pc:grpChg chg="mod">
          <ac:chgData name="Laura Fellowes" userId="ad24ae3f3b31f6f2" providerId="LiveId" clId="{F4F871EA-529A-490B-A4D9-F35205FBBD9E}" dt="2026-10-14T17:20:46.573" v="5530" actId="1036"/>
          <ac:grpSpMkLst>
            <pc:docMk/>
            <pc:sldMk cId="3388391822" sldId="499"/>
            <ac:grpSpMk id="70" creationId="{EA203AAA-8A7B-44E3-FF75-98A7DECF24DD}"/>
          </ac:grpSpMkLst>
        </pc:grpChg>
        <pc:cxnChg chg="add mod">
          <ac:chgData name="Laura Fellowes" userId="ad24ae3f3b31f6f2" providerId="LiveId" clId="{F4F871EA-529A-490B-A4D9-F35205FBBD9E}" dt="2026-10-14T17:21:46.397" v="5582"/>
          <ac:cxnSpMkLst>
            <pc:docMk/>
            <pc:sldMk cId="3388391822" sldId="499"/>
            <ac:cxnSpMk id="22" creationId="{96F50C9D-321F-984C-19B6-E1133C70D962}"/>
          </ac:cxnSpMkLst>
        </pc:cxnChg>
        <pc:cxnChg chg="del">
          <ac:chgData name="Laura Fellowes" userId="ad24ae3f3b31f6f2" providerId="LiveId" clId="{F4F871EA-529A-490B-A4D9-F35205FBBD9E}" dt="2026-10-14T17:21:05.919" v="5579" actId="478"/>
          <ac:cxnSpMkLst>
            <pc:docMk/>
            <pc:sldMk cId="3388391822" sldId="499"/>
            <ac:cxnSpMk id="55" creationId="{10AE9607-9B7A-189D-1553-2A7FFA389380}"/>
          </ac:cxnSpMkLst>
        </pc:cxnChg>
        <pc:cxnChg chg="mod">
          <ac:chgData name="Laura Fellowes" userId="ad24ae3f3b31f6f2" providerId="LiveId" clId="{F4F871EA-529A-490B-A4D9-F35205FBBD9E}" dt="2026-10-14T17:21:14.705" v="5580" actId="14100"/>
          <ac:cxnSpMkLst>
            <pc:docMk/>
            <pc:sldMk cId="3388391822" sldId="499"/>
            <ac:cxnSpMk id="78" creationId="{706FBCC2-C6E5-458E-2B81-E5774FFA00DA}"/>
          </ac:cxnSpMkLst>
        </pc:cxnChg>
        <pc:cxnChg chg="mod">
          <ac:chgData name="Laura Fellowes" userId="ad24ae3f3b31f6f2" providerId="LiveId" clId="{F4F871EA-529A-490B-A4D9-F35205FBBD9E}" dt="2026-10-14T17:20:46.573" v="5530" actId="1036"/>
          <ac:cxnSpMkLst>
            <pc:docMk/>
            <pc:sldMk cId="3388391822" sldId="499"/>
            <ac:cxnSpMk id="97" creationId="{859579F1-9C48-593C-22B1-72C69D546255}"/>
          </ac:cxnSpMkLst>
        </pc:cxnChg>
        <pc:cxnChg chg="mod">
          <ac:chgData name="Laura Fellowes" userId="ad24ae3f3b31f6f2" providerId="LiveId" clId="{F4F871EA-529A-490B-A4D9-F35205FBBD9E}" dt="2026-10-14T17:20:46.573" v="5530" actId="1036"/>
          <ac:cxnSpMkLst>
            <pc:docMk/>
            <pc:sldMk cId="3388391822" sldId="499"/>
            <ac:cxnSpMk id="100" creationId="{84A6406E-674F-3892-8DD5-DFECE22BB045}"/>
          </ac:cxnSpMkLst>
        </pc:cxnChg>
        <pc:cxnChg chg="mod">
          <ac:chgData name="Laura Fellowes" userId="ad24ae3f3b31f6f2" providerId="LiveId" clId="{F4F871EA-529A-490B-A4D9-F35205FBBD9E}" dt="2026-10-14T17:20:46.573" v="5530" actId="1036"/>
          <ac:cxnSpMkLst>
            <pc:docMk/>
            <pc:sldMk cId="3388391822" sldId="499"/>
            <ac:cxnSpMk id="103" creationId="{C905B988-5A5B-6A60-B551-D6C55CF403CF}"/>
          </ac:cxnSpMkLst>
        </pc:cxnChg>
        <pc:cxnChg chg="mod">
          <ac:chgData name="Laura Fellowes" userId="ad24ae3f3b31f6f2" providerId="LiveId" clId="{F4F871EA-529A-490B-A4D9-F35205FBBD9E}" dt="2026-10-14T17:20:46.573" v="5530" actId="1036"/>
          <ac:cxnSpMkLst>
            <pc:docMk/>
            <pc:sldMk cId="3388391822" sldId="499"/>
            <ac:cxnSpMk id="113" creationId="{834ABAF7-1D1E-2287-9E9A-D2DEFD431FCE}"/>
          </ac:cxnSpMkLst>
        </pc:cxnChg>
        <pc:cxnChg chg="mod">
          <ac:chgData name="Laura Fellowes" userId="ad24ae3f3b31f6f2" providerId="LiveId" clId="{F4F871EA-529A-490B-A4D9-F35205FBBD9E}" dt="2026-10-14T17:27:16.763" v="5720" actId="14100"/>
          <ac:cxnSpMkLst>
            <pc:docMk/>
            <pc:sldMk cId="3388391822" sldId="499"/>
            <ac:cxnSpMk id="114" creationId="{06327EF3-D361-4652-A8D2-8D22C68793DD}"/>
          </ac:cxnSpMkLst>
        </pc:cxnChg>
        <pc:cxnChg chg="mod">
          <ac:chgData name="Laura Fellowes" userId="ad24ae3f3b31f6f2" providerId="LiveId" clId="{F4F871EA-529A-490B-A4D9-F35205FBBD9E}" dt="2026-10-14T17:20:46.573" v="5530" actId="1036"/>
          <ac:cxnSpMkLst>
            <pc:docMk/>
            <pc:sldMk cId="3388391822" sldId="499"/>
            <ac:cxnSpMk id="115" creationId="{F22C3E38-73DC-A85C-1ED6-3F2704B2E98D}"/>
          </ac:cxnSpMkLst>
        </pc:cxnChg>
      </pc:sldChg>
      <pc:sldChg chg="addSp delSp modSp mod ord">
        <pc:chgData name="Laura Fellowes" userId="ad24ae3f3b31f6f2" providerId="LiveId" clId="{F4F871EA-529A-490B-A4D9-F35205FBBD9E}" dt="2026-10-14T17:27:11.699" v="5719" actId="14100"/>
        <pc:sldMkLst>
          <pc:docMk/>
          <pc:sldMk cId="2418282815" sldId="500"/>
        </pc:sldMkLst>
        <pc:spChg chg="mod">
          <ac:chgData name="Laura Fellowes" userId="ad24ae3f3b31f6f2" providerId="LiveId" clId="{F4F871EA-529A-490B-A4D9-F35205FBBD9E}" dt="2026-10-07T14:28:35.884" v="4312" actId="6549"/>
          <ac:spMkLst>
            <pc:docMk/>
            <pc:sldMk cId="2418282815" sldId="500"/>
            <ac:spMk id="20" creationId="{88CCFFAC-D91D-18B2-67A0-77FDC1A8B945}"/>
          </ac:spMkLst>
        </pc:spChg>
        <pc:spChg chg="mod">
          <ac:chgData name="Laura Fellowes" userId="ad24ae3f3b31f6f2" providerId="LiveId" clId="{F4F871EA-529A-490B-A4D9-F35205FBBD9E}" dt="2026-10-14T17:24:26.450" v="5676" actId="1076"/>
          <ac:spMkLst>
            <pc:docMk/>
            <pc:sldMk cId="2418282815" sldId="500"/>
            <ac:spMk id="53" creationId="{E2CCD07A-8E98-14EA-6C14-BFDF3B7D753F}"/>
          </ac:spMkLst>
        </pc:spChg>
        <pc:spChg chg="mod">
          <ac:chgData name="Laura Fellowes" userId="ad24ae3f3b31f6f2" providerId="LiveId" clId="{F4F871EA-529A-490B-A4D9-F35205FBBD9E}" dt="2026-10-14T17:23:46.774" v="5632" actId="1035"/>
          <ac:spMkLst>
            <pc:docMk/>
            <pc:sldMk cId="2418282815" sldId="500"/>
            <ac:spMk id="56" creationId="{B068F304-3FF4-26B6-C463-8B1DBBDC070C}"/>
          </ac:spMkLst>
        </pc:spChg>
        <pc:spChg chg="mod">
          <ac:chgData name="Laura Fellowes" userId="ad24ae3f3b31f6f2" providerId="LiveId" clId="{F4F871EA-529A-490B-A4D9-F35205FBBD9E}" dt="2026-10-14T17:23:46.774" v="5632" actId="1035"/>
          <ac:spMkLst>
            <pc:docMk/>
            <pc:sldMk cId="2418282815" sldId="500"/>
            <ac:spMk id="57" creationId="{E1C6B6E6-A808-8382-6AC5-D352CAC1CC89}"/>
          </ac:spMkLst>
        </pc:spChg>
        <pc:spChg chg="mod">
          <ac:chgData name="Laura Fellowes" userId="ad24ae3f3b31f6f2" providerId="LiveId" clId="{F4F871EA-529A-490B-A4D9-F35205FBBD9E}" dt="2026-10-14T17:23:46.774" v="5632" actId="1035"/>
          <ac:spMkLst>
            <pc:docMk/>
            <pc:sldMk cId="2418282815" sldId="500"/>
            <ac:spMk id="61" creationId="{D1439A3E-2251-3313-5A71-9B87F3CEA8B7}"/>
          </ac:spMkLst>
        </pc:spChg>
        <pc:spChg chg="mod">
          <ac:chgData name="Laura Fellowes" userId="ad24ae3f3b31f6f2" providerId="LiveId" clId="{F4F871EA-529A-490B-A4D9-F35205FBBD9E}" dt="2026-10-14T17:23:46.774" v="5632" actId="1035"/>
          <ac:spMkLst>
            <pc:docMk/>
            <pc:sldMk cId="2418282815" sldId="500"/>
            <ac:spMk id="63" creationId="{F0707FD3-70DE-7A0B-88BA-C157050F5406}"/>
          </ac:spMkLst>
        </pc:spChg>
        <pc:spChg chg="mod">
          <ac:chgData name="Laura Fellowes" userId="ad24ae3f3b31f6f2" providerId="LiveId" clId="{F4F871EA-529A-490B-A4D9-F35205FBBD9E}" dt="2026-10-14T17:23:46.774" v="5632" actId="1035"/>
          <ac:spMkLst>
            <pc:docMk/>
            <pc:sldMk cId="2418282815" sldId="500"/>
            <ac:spMk id="65" creationId="{87F67BBF-E594-9CFF-51AA-918F5ED76CF3}"/>
          </ac:spMkLst>
        </pc:spChg>
        <pc:spChg chg="mod">
          <ac:chgData name="Laura Fellowes" userId="ad24ae3f3b31f6f2" providerId="LiveId" clId="{F4F871EA-529A-490B-A4D9-F35205FBBD9E}" dt="2026-10-14T17:23:46.774" v="5632" actId="1035"/>
          <ac:spMkLst>
            <pc:docMk/>
            <pc:sldMk cId="2418282815" sldId="500"/>
            <ac:spMk id="66" creationId="{5CE4095A-A2E8-4DCD-81C4-4F53427580B0}"/>
          </ac:spMkLst>
        </pc:spChg>
        <pc:spChg chg="mod">
          <ac:chgData name="Laura Fellowes" userId="ad24ae3f3b31f6f2" providerId="LiveId" clId="{F4F871EA-529A-490B-A4D9-F35205FBBD9E}" dt="2026-10-14T17:24:02.960" v="5674" actId="1038"/>
          <ac:spMkLst>
            <pc:docMk/>
            <pc:sldMk cId="2418282815" sldId="500"/>
            <ac:spMk id="106" creationId="{168F2D3E-DC61-7BFB-0445-12FF4A58B532}"/>
          </ac:spMkLst>
        </pc:spChg>
        <pc:spChg chg="mod">
          <ac:chgData name="Laura Fellowes" userId="ad24ae3f3b31f6f2" providerId="LiveId" clId="{F4F871EA-529A-490B-A4D9-F35205FBBD9E}" dt="2026-10-14T17:24:44.622" v="5678" actId="1076"/>
          <ac:spMkLst>
            <pc:docMk/>
            <pc:sldMk cId="2418282815" sldId="500"/>
            <ac:spMk id="120" creationId="{DCAA2825-C051-D233-33AE-5B182643F603}"/>
          </ac:spMkLst>
        </pc:spChg>
        <pc:cxnChg chg="add mod">
          <ac:chgData name="Laura Fellowes" userId="ad24ae3f3b31f6f2" providerId="LiveId" clId="{F4F871EA-529A-490B-A4D9-F35205FBBD9E}" dt="2026-10-14T17:24:19.195" v="5675"/>
          <ac:cxnSpMkLst>
            <pc:docMk/>
            <pc:sldMk cId="2418282815" sldId="500"/>
            <ac:cxnSpMk id="2" creationId="{99C1E5C7-0244-E43F-DBE7-D1DB1F8F4667}"/>
          </ac:cxnSpMkLst>
        </pc:cxnChg>
        <pc:cxnChg chg="del">
          <ac:chgData name="Laura Fellowes" userId="ad24ae3f3b31f6f2" providerId="LiveId" clId="{F4F871EA-529A-490B-A4D9-F35205FBBD9E}" dt="2026-10-14T17:23:13.877" v="5588" actId="478"/>
          <ac:cxnSpMkLst>
            <pc:docMk/>
            <pc:sldMk cId="2418282815" sldId="500"/>
            <ac:cxnSpMk id="55" creationId="{CA236C2A-251A-33C4-4F0C-8A358AA8990B}"/>
          </ac:cxnSpMkLst>
        </pc:cxnChg>
        <pc:cxnChg chg="mod">
          <ac:chgData name="Laura Fellowes" userId="ad24ae3f3b31f6f2" providerId="LiveId" clId="{F4F871EA-529A-490B-A4D9-F35205FBBD9E}" dt="2026-10-14T17:24:38.263" v="5677" actId="14100"/>
          <ac:cxnSpMkLst>
            <pc:docMk/>
            <pc:sldMk cId="2418282815" sldId="500"/>
            <ac:cxnSpMk id="78" creationId="{3C42C4BD-01D3-CAFC-6966-E0B1E33DB5A2}"/>
          </ac:cxnSpMkLst>
        </pc:cxnChg>
        <pc:cxnChg chg="mod">
          <ac:chgData name="Laura Fellowes" userId="ad24ae3f3b31f6f2" providerId="LiveId" clId="{F4F871EA-529A-490B-A4D9-F35205FBBD9E}" dt="2026-10-14T17:23:46.774" v="5632" actId="1035"/>
          <ac:cxnSpMkLst>
            <pc:docMk/>
            <pc:sldMk cId="2418282815" sldId="500"/>
            <ac:cxnSpMk id="97" creationId="{72CE2903-59FD-C079-3FB1-5288DC24FF81}"/>
          </ac:cxnSpMkLst>
        </pc:cxnChg>
        <pc:cxnChg chg="mod">
          <ac:chgData name="Laura Fellowes" userId="ad24ae3f3b31f6f2" providerId="LiveId" clId="{F4F871EA-529A-490B-A4D9-F35205FBBD9E}" dt="2026-10-14T17:23:46.774" v="5632" actId="1035"/>
          <ac:cxnSpMkLst>
            <pc:docMk/>
            <pc:sldMk cId="2418282815" sldId="500"/>
            <ac:cxnSpMk id="100" creationId="{17597F47-0CA0-97B1-E10A-9007983EC052}"/>
          </ac:cxnSpMkLst>
        </pc:cxnChg>
        <pc:cxnChg chg="mod">
          <ac:chgData name="Laura Fellowes" userId="ad24ae3f3b31f6f2" providerId="LiveId" clId="{F4F871EA-529A-490B-A4D9-F35205FBBD9E}" dt="2026-10-14T17:23:35.811" v="5607" actId="1035"/>
          <ac:cxnSpMkLst>
            <pc:docMk/>
            <pc:sldMk cId="2418282815" sldId="500"/>
            <ac:cxnSpMk id="103" creationId="{D084C031-487E-C20F-B111-9946CC6A3307}"/>
          </ac:cxnSpMkLst>
        </pc:cxnChg>
        <pc:cxnChg chg="mod">
          <ac:chgData name="Laura Fellowes" userId="ad24ae3f3b31f6f2" providerId="LiveId" clId="{F4F871EA-529A-490B-A4D9-F35205FBBD9E}" dt="2026-10-14T17:23:46.774" v="5632" actId="1035"/>
          <ac:cxnSpMkLst>
            <pc:docMk/>
            <pc:sldMk cId="2418282815" sldId="500"/>
            <ac:cxnSpMk id="113" creationId="{3B2CEF86-898A-8488-C5DD-6DFF2AEA25CA}"/>
          </ac:cxnSpMkLst>
        </pc:cxnChg>
        <pc:cxnChg chg="mod">
          <ac:chgData name="Laura Fellowes" userId="ad24ae3f3b31f6f2" providerId="LiveId" clId="{F4F871EA-529A-490B-A4D9-F35205FBBD9E}" dt="2026-10-14T17:27:11.699" v="5719" actId="14100"/>
          <ac:cxnSpMkLst>
            <pc:docMk/>
            <pc:sldMk cId="2418282815" sldId="500"/>
            <ac:cxnSpMk id="114" creationId="{0D7FF2AB-08C1-E415-6CA0-790DAF8BDAFC}"/>
          </ac:cxnSpMkLst>
        </pc:cxnChg>
        <pc:cxnChg chg="mod">
          <ac:chgData name="Laura Fellowes" userId="ad24ae3f3b31f6f2" providerId="LiveId" clId="{F4F871EA-529A-490B-A4D9-F35205FBBD9E}" dt="2026-10-14T17:23:46.774" v="5632" actId="1035"/>
          <ac:cxnSpMkLst>
            <pc:docMk/>
            <pc:sldMk cId="2418282815" sldId="500"/>
            <ac:cxnSpMk id="115" creationId="{4174B30A-2095-3E57-6754-2740022406DB}"/>
          </ac:cxnSpMkLst>
        </pc:cxnChg>
      </pc:sldChg>
      <pc:sldChg chg="addSp delSp modSp mod ord">
        <pc:chgData name="Laura Fellowes" userId="ad24ae3f3b31f6f2" providerId="LiveId" clId="{F4F871EA-529A-490B-A4D9-F35205FBBD9E}" dt="2026-10-14T17:27:01.531" v="5718" actId="14100"/>
        <pc:sldMkLst>
          <pc:docMk/>
          <pc:sldMk cId="1872060131" sldId="501"/>
        </pc:sldMkLst>
        <pc:spChg chg="mod">
          <ac:chgData name="Laura Fellowes" userId="ad24ae3f3b31f6f2" providerId="LiveId" clId="{F4F871EA-529A-490B-A4D9-F35205FBBD9E}" dt="2026-10-14T17:25:51.192" v="5697" actId="571"/>
          <ac:spMkLst>
            <pc:docMk/>
            <pc:sldMk cId="1872060131" sldId="501"/>
            <ac:spMk id="16" creationId="{3CA60F03-71EF-2593-6F20-E48AB25D9EE8}"/>
          </ac:spMkLst>
        </pc:spChg>
        <pc:spChg chg="mod">
          <ac:chgData name="Laura Fellowes" userId="ad24ae3f3b31f6f2" providerId="LiveId" clId="{F4F871EA-529A-490B-A4D9-F35205FBBD9E}" dt="2026-10-14T17:25:51.192" v="5697" actId="571"/>
          <ac:spMkLst>
            <pc:docMk/>
            <pc:sldMk cId="1872060131" sldId="501"/>
            <ac:spMk id="18" creationId="{BBC06D38-501D-310F-95A1-FC7D31485AB6}"/>
          </ac:spMkLst>
        </pc:spChg>
        <pc:spChg chg="mod">
          <ac:chgData name="Laura Fellowes" userId="ad24ae3f3b31f6f2" providerId="LiveId" clId="{F4F871EA-529A-490B-A4D9-F35205FBBD9E}" dt="2026-10-07T14:28:24.842" v="4305" actId="20577"/>
          <ac:spMkLst>
            <pc:docMk/>
            <pc:sldMk cId="1872060131" sldId="501"/>
            <ac:spMk id="20" creationId="{34DF0A15-72DD-681B-0619-8361D089B623}"/>
          </ac:spMkLst>
        </pc:spChg>
        <pc:spChg chg="add mod">
          <ac:chgData name="Laura Fellowes" userId="ad24ae3f3b31f6f2" providerId="LiveId" clId="{F4F871EA-529A-490B-A4D9-F35205FBBD9E}" dt="2026-10-14T17:25:51.192" v="5697" actId="571"/>
          <ac:spMkLst>
            <pc:docMk/>
            <pc:sldMk cId="1872060131" sldId="501"/>
            <ac:spMk id="29" creationId="{9488FD80-7A85-32E1-2D72-59B463A85604}"/>
          </ac:spMkLst>
        </pc:spChg>
        <pc:spChg chg="mod">
          <ac:chgData name="Laura Fellowes" userId="ad24ae3f3b31f6f2" providerId="LiveId" clId="{F4F871EA-529A-490B-A4D9-F35205FBBD9E}" dt="2026-10-14T17:26:11.515" v="5714" actId="1076"/>
          <ac:spMkLst>
            <pc:docMk/>
            <pc:sldMk cId="1872060131" sldId="501"/>
            <ac:spMk id="53" creationId="{75707C3A-7675-796F-B89D-00C632879969}"/>
          </ac:spMkLst>
        </pc:spChg>
        <pc:spChg chg="mod">
          <ac:chgData name="Laura Fellowes" userId="ad24ae3f3b31f6f2" providerId="LiveId" clId="{F4F871EA-529A-490B-A4D9-F35205FBBD9E}" dt="2026-10-14T17:26:02.435" v="5713" actId="1035"/>
          <ac:spMkLst>
            <pc:docMk/>
            <pc:sldMk cId="1872060131" sldId="501"/>
            <ac:spMk id="56" creationId="{7DB648DF-9E17-7A29-B28B-6A24D7433904}"/>
          </ac:spMkLst>
        </pc:spChg>
        <pc:spChg chg="mod">
          <ac:chgData name="Laura Fellowes" userId="ad24ae3f3b31f6f2" providerId="LiveId" clId="{F4F871EA-529A-490B-A4D9-F35205FBBD9E}" dt="2026-10-14T17:26:02.435" v="5713" actId="1035"/>
          <ac:spMkLst>
            <pc:docMk/>
            <pc:sldMk cId="1872060131" sldId="501"/>
            <ac:spMk id="57" creationId="{A7EE2371-5590-CF35-B0D3-389F34F72ADD}"/>
          </ac:spMkLst>
        </pc:spChg>
        <pc:spChg chg="mod">
          <ac:chgData name="Laura Fellowes" userId="ad24ae3f3b31f6f2" providerId="LiveId" clId="{F4F871EA-529A-490B-A4D9-F35205FBBD9E}" dt="2026-10-14T17:26:02.435" v="5713" actId="1035"/>
          <ac:spMkLst>
            <pc:docMk/>
            <pc:sldMk cId="1872060131" sldId="501"/>
            <ac:spMk id="61" creationId="{A61AF500-C3D9-60B0-2814-D96C60681BD8}"/>
          </ac:spMkLst>
        </pc:spChg>
        <pc:spChg chg="mod">
          <ac:chgData name="Laura Fellowes" userId="ad24ae3f3b31f6f2" providerId="LiveId" clId="{F4F871EA-529A-490B-A4D9-F35205FBBD9E}" dt="2026-10-14T17:26:02.435" v="5713" actId="1035"/>
          <ac:spMkLst>
            <pc:docMk/>
            <pc:sldMk cId="1872060131" sldId="501"/>
            <ac:spMk id="63" creationId="{7974F4D0-0A51-3FF8-EDF5-3CB416C9019A}"/>
          </ac:spMkLst>
        </pc:spChg>
        <pc:spChg chg="mod">
          <ac:chgData name="Laura Fellowes" userId="ad24ae3f3b31f6f2" providerId="LiveId" clId="{F4F871EA-529A-490B-A4D9-F35205FBBD9E}" dt="2026-10-14T17:26:02.435" v="5713" actId="1035"/>
          <ac:spMkLst>
            <pc:docMk/>
            <pc:sldMk cId="1872060131" sldId="501"/>
            <ac:spMk id="65" creationId="{2958C5C3-48CF-6883-A127-E7056C4AC9A1}"/>
          </ac:spMkLst>
        </pc:spChg>
        <pc:spChg chg="mod">
          <ac:chgData name="Laura Fellowes" userId="ad24ae3f3b31f6f2" providerId="LiveId" clId="{F4F871EA-529A-490B-A4D9-F35205FBBD9E}" dt="2026-10-14T17:26:02.435" v="5713" actId="1035"/>
          <ac:spMkLst>
            <pc:docMk/>
            <pc:sldMk cId="1872060131" sldId="501"/>
            <ac:spMk id="66" creationId="{F8E72099-7E02-5566-BF90-FEE0E1FACAEC}"/>
          </ac:spMkLst>
        </pc:spChg>
        <pc:spChg chg="mod">
          <ac:chgData name="Laura Fellowes" userId="ad24ae3f3b31f6f2" providerId="LiveId" clId="{F4F871EA-529A-490B-A4D9-F35205FBBD9E}" dt="2026-10-14T17:25:51.192" v="5697" actId="571"/>
          <ac:spMkLst>
            <pc:docMk/>
            <pc:sldMk cId="1872060131" sldId="501"/>
            <ac:spMk id="80" creationId="{91646F86-FEFC-8C09-B850-94A9AAB46722}"/>
          </ac:spMkLst>
        </pc:spChg>
        <pc:spChg chg="mod">
          <ac:chgData name="Laura Fellowes" userId="ad24ae3f3b31f6f2" providerId="LiveId" clId="{F4F871EA-529A-490B-A4D9-F35205FBBD9E}" dt="2026-10-14T17:25:51.192" v="5697" actId="571"/>
          <ac:spMkLst>
            <pc:docMk/>
            <pc:sldMk cId="1872060131" sldId="501"/>
            <ac:spMk id="93" creationId="{1B5B9436-8C1A-D598-27BF-9C8B4C2D5542}"/>
          </ac:spMkLst>
        </pc:spChg>
        <pc:spChg chg="mod">
          <ac:chgData name="Laura Fellowes" userId="ad24ae3f3b31f6f2" providerId="LiveId" clId="{F4F871EA-529A-490B-A4D9-F35205FBBD9E}" dt="2026-10-14T17:25:51.192" v="5697" actId="571"/>
          <ac:spMkLst>
            <pc:docMk/>
            <pc:sldMk cId="1872060131" sldId="501"/>
            <ac:spMk id="94" creationId="{9587281B-DCFC-3212-CEA5-329785EFDB71}"/>
          </ac:spMkLst>
        </pc:spChg>
        <pc:spChg chg="mod">
          <ac:chgData name="Laura Fellowes" userId="ad24ae3f3b31f6f2" providerId="LiveId" clId="{F4F871EA-529A-490B-A4D9-F35205FBBD9E}" dt="2026-10-14T17:25:40.402" v="5695" actId="1038"/>
          <ac:spMkLst>
            <pc:docMk/>
            <pc:sldMk cId="1872060131" sldId="501"/>
            <ac:spMk id="106" creationId="{EAA52B60-F39C-E421-A4FA-EBB4A0116EB8}"/>
          </ac:spMkLst>
        </pc:spChg>
        <pc:spChg chg="mod">
          <ac:chgData name="Laura Fellowes" userId="ad24ae3f3b31f6f2" providerId="LiveId" clId="{F4F871EA-529A-490B-A4D9-F35205FBBD9E}" dt="2026-10-14T17:26:28.277" v="5716" actId="1076"/>
          <ac:spMkLst>
            <pc:docMk/>
            <pc:sldMk cId="1872060131" sldId="501"/>
            <ac:spMk id="120" creationId="{0F9CCA25-2922-13DE-3E84-25F2F33A4259}"/>
          </ac:spMkLst>
        </pc:spChg>
        <pc:spChg chg="mod">
          <ac:chgData name="Laura Fellowes" userId="ad24ae3f3b31f6f2" providerId="LiveId" clId="{F4F871EA-529A-490B-A4D9-F35205FBBD9E}" dt="2026-10-14T17:25:51.192" v="5697" actId="571"/>
          <ac:spMkLst>
            <pc:docMk/>
            <pc:sldMk cId="1872060131" sldId="501"/>
            <ac:spMk id="124" creationId="{1270F783-6FD6-686E-7B30-30980ADD6464}"/>
          </ac:spMkLst>
        </pc:spChg>
        <pc:spChg chg="mod">
          <ac:chgData name="Laura Fellowes" userId="ad24ae3f3b31f6f2" providerId="LiveId" clId="{F4F871EA-529A-490B-A4D9-F35205FBBD9E}" dt="2026-10-14T17:25:51.192" v="5697" actId="571"/>
          <ac:spMkLst>
            <pc:docMk/>
            <pc:sldMk cId="1872060131" sldId="501"/>
            <ac:spMk id="142" creationId="{B873EF3B-125C-0DF9-CA43-D71991BB7212}"/>
          </ac:spMkLst>
        </pc:spChg>
        <pc:cxnChg chg="add mod">
          <ac:chgData name="Laura Fellowes" userId="ad24ae3f3b31f6f2" providerId="LiveId" clId="{F4F871EA-529A-490B-A4D9-F35205FBBD9E}" dt="2026-10-14T17:21:28.982" v="5581"/>
          <ac:cxnSpMkLst>
            <pc:docMk/>
            <pc:sldMk cId="1872060131" sldId="501"/>
            <ac:cxnSpMk id="2" creationId="{293DA7FC-7C82-0C29-01AC-727DD729823C}"/>
          </ac:cxnSpMkLst>
        </pc:cxnChg>
        <pc:cxnChg chg="add mod">
          <ac:chgData name="Laura Fellowes" userId="ad24ae3f3b31f6f2" providerId="LiveId" clId="{F4F871EA-529A-490B-A4D9-F35205FBBD9E}" dt="2026-10-14T17:26:52.965" v="5717"/>
          <ac:cxnSpMkLst>
            <pc:docMk/>
            <pc:sldMk cId="1872060131" sldId="501"/>
            <ac:cxnSpMk id="34" creationId="{DE5CB711-0783-280F-19A2-2A2AEF1AF4D9}"/>
          </ac:cxnSpMkLst>
        </pc:cxnChg>
        <pc:cxnChg chg="del">
          <ac:chgData name="Laura Fellowes" userId="ad24ae3f3b31f6f2" providerId="LiveId" clId="{F4F871EA-529A-490B-A4D9-F35205FBBD9E}" dt="2026-10-14T17:26:18.767" v="5715" actId="478"/>
          <ac:cxnSpMkLst>
            <pc:docMk/>
            <pc:sldMk cId="1872060131" sldId="501"/>
            <ac:cxnSpMk id="55" creationId="{DF7BD7C6-A24E-B9FC-0B59-F75B7DCB1B0E}"/>
          </ac:cxnSpMkLst>
        </pc:cxnChg>
        <pc:cxnChg chg="mod">
          <ac:chgData name="Laura Fellowes" userId="ad24ae3f3b31f6f2" providerId="LiveId" clId="{F4F871EA-529A-490B-A4D9-F35205FBBD9E}" dt="2026-10-14T17:26:02.435" v="5713" actId="1035"/>
          <ac:cxnSpMkLst>
            <pc:docMk/>
            <pc:sldMk cId="1872060131" sldId="501"/>
            <ac:cxnSpMk id="78" creationId="{E1F42566-8578-A59D-7F5F-892527D9D2A9}"/>
          </ac:cxnSpMkLst>
        </pc:cxnChg>
        <pc:cxnChg chg="mod">
          <ac:chgData name="Laura Fellowes" userId="ad24ae3f3b31f6f2" providerId="LiveId" clId="{F4F871EA-529A-490B-A4D9-F35205FBBD9E}" dt="2026-10-14T17:26:02.435" v="5713" actId="1035"/>
          <ac:cxnSpMkLst>
            <pc:docMk/>
            <pc:sldMk cId="1872060131" sldId="501"/>
            <ac:cxnSpMk id="97" creationId="{756A6EDB-5E8B-508F-C80B-7E09D1EAA104}"/>
          </ac:cxnSpMkLst>
        </pc:cxnChg>
        <pc:cxnChg chg="mod">
          <ac:chgData name="Laura Fellowes" userId="ad24ae3f3b31f6f2" providerId="LiveId" clId="{F4F871EA-529A-490B-A4D9-F35205FBBD9E}" dt="2026-10-14T17:26:02.435" v="5713" actId="1035"/>
          <ac:cxnSpMkLst>
            <pc:docMk/>
            <pc:sldMk cId="1872060131" sldId="501"/>
            <ac:cxnSpMk id="103" creationId="{869BE357-8727-AB37-6CB3-E290786FA9A0}"/>
          </ac:cxnSpMkLst>
        </pc:cxnChg>
        <pc:cxnChg chg="mod">
          <ac:chgData name="Laura Fellowes" userId="ad24ae3f3b31f6f2" providerId="LiveId" clId="{F4F871EA-529A-490B-A4D9-F35205FBBD9E}" dt="2026-10-14T17:27:01.531" v="5718" actId="14100"/>
          <ac:cxnSpMkLst>
            <pc:docMk/>
            <pc:sldMk cId="1872060131" sldId="501"/>
            <ac:cxnSpMk id="114" creationId="{98937B33-FF63-4566-6B4D-0D49D12BC155}"/>
          </ac:cxnSpMkLst>
        </pc:cxnChg>
        <pc:cxnChg chg="mod">
          <ac:chgData name="Laura Fellowes" userId="ad24ae3f3b31f6f2" providerId="LiveId" clId="{F4F871EA-529A-490B-A4D9-F35205FBBD9E}" dt="2026-10-14T17:26:02.435" v="5713" actId="1035"/>
          <ac:cxnSpMkLst>
            <pc:docMk/>
            <pc:sldMk cId="1872060131" sldId="501"/>
            <ac:cxnSpMk id="115" creationId="{045B94F2-143C-CCFF-E3D6-8984D46CEC10}"/>
          </ac:cxnSpMkLst>
        </pc:cxnChg>
      </pc:sldChg>
      <pc:sldChg chg="addSp delSp modSp new mod">
        <pc:chgData name="Laura Fellowes" userId="ad24ae3f3b31f6f2" providerId="LiveId" clId="{F4F871EA-529A-490B-A4D9-F35205FBBD9E}" dt="2026-10-01T19:42:27.443" v="3638"/>
        <pc:sldMkLst>
          <pc:docMk/>
          <pc:sldMk cId="3868081113" sldId="502"/>
        </pc:sldMkLst>
        <pc:graphicFrameChg chg="add mod ord modGraphic">
          <ac:chgData name="Laura Fellowes" userId="ad24ae3f3b31f6f2" providerId="LiveId" clId="{F4F871EA-529A-490B-A4D9-F35205FBBD9E}" dt="2026-10-01T19:42:27.443" v="3638"/>
          <ac:graphicFrameMkLst>
            <pc:docMk/>
            <pc:sldMk cId="3868081113" sldId="502"/>
            <ac:graphicFrameMk id="4" creationId="{D7008A80-618D-03C9-F4E2-CFED5BEB3A58}"/>
          </ac:graphicFrameMkLst>
        </pc:graphicFrameChg>
      </pc:sldChg>
      <pc:sldChg chg="addSp delSp modSp add mod">
        <pc:chgData name="Laura Fellowes" userId="ad24ae3f3b31f6f2" providerId="LiveId" clId="{F4F871EA-529A-490B-A4D9-F35205FBBD9E}" dt="2026-10-01T20:02:01.475" v="3873" actId="22"/>
        <pc:sldMkLst>
          <pc:docMk/>
          <pc:sldMk cId="2028177140" sldId="503"/>
        </pc:sldMkLst>
        <pc:spChg chg="mod">
          <ac:chgData name="Laura Fellowes" userId="ad24ae3f3b31f6f2" providerId="LiveId" clId="{F4F871EA-529A-490B-A4D9-F35205FBBD9E}" dt="2026-10-01T19:31:21.341" v="3539" actId="20577"/>
          <ac:spMkLst>
            <pc:docMk/>
            <pc:sldMk cId="2028177140" sldId="503"/>
            <ac:spMk id="20" creationId="{46570F35-1675-F5BF-CFA5-0E526FFCC841}"/>
          </ac:spMkLst>
        </pc:spChg>
        <pc:spChg chg="add">
          <ac:chgData name="Laura Fellowes" userId="ad24ae3f3b31f6f2" providerId="LiveId" clId="{F4F871EA-529A-490B-A4D9-F35205FBBD9E}" dt="2026-10-01T20:02:01.475" v="3873" actId="22"/>
          <ac:spMkLst>
            <pc:docMk/>
            <pc:sldMk cId="2028177140" sldId="503"/>
            <ac:spMk id="29" creationId="{8B0B067B-8CF2-8306-5EB1-EF823B5AEA77}"/>
          </ac:spMkLst>
        </pc:spChg>
        <pc:graphicFrameChg chg="modGraphic">
          <ac:chgData name="Laura Fellowes" userId="ad24ae3f3b31f6f2" providerId="LiveId" clId="{F4F871EA-529A-490B-A4D9-F35205FBBD9E}" dt="2026-10-01T17:49:02.190" v="3313" actId="20577"/>
          <ac:graphicFrameMkLst>
            <pc:docMk/>
            <pc:sldMk cId="2028177140" sldId="503"/>
            <ac:graphicFrameMk id="37" creationId="{1F79261E-E7D0-6EC5-001D-9B2305AD4D39}"/>
          </ac:graphicFrameMkLst>
        </pc:graphicFrameChg>
        <pc:cxnChg chg="mod">
          <ac:chgData name="Laura Fellowes" userId="ad24ae3f3b31f6f2" providerId="LiveId" clId="{F4F871EA-529A-490B-A4D9-F35205FBBD9E}" dt="2026-10-01T17:46:50.038" v="3296" actId="14100"/>
          <ac:cxnSpMkLst>
            <pc:docMk/>
            <pc:sldMk cId="2028177140" sldId="503"/>
            <ac:cxnSpMk id="19" creationId="{F37AD0DC-393F-B04A-8D59-0F0988060C27}"/>
          </ac:cxnSpMkLst>
        </pc:cxnChg>
        <pc:cxnChg chg="add mod">
          <ac:chgData name="Laura Fellowes" userId="ad24ae3f3b31f6f2" providerId="LiveId" clId="{F4F871EA-529A-490B-A4D9-F35205FBBD9E}" dt="2026-10-01T20:01:40.175" v="3870"/>
          <ac:cxnSpMkLst>
            <pc:docMk/>
            <pc:sldMk cId="2028177140" sldId="503"/>
            <ac:cxnSpMk id="22" creationId="{9C3176C4-9A92-04F5-F217-873F34F1F742}"/>
          </ac:cxnSpMkLst>
        </pc:cxnChg>
      </pc:sldChg>
      <pc:sldChg chg="addSp modSp add mod">
        <pc:chgData name="Laura Fellowes" userId="ad24ae3f3b31f6f2" providerId="LiveId" clId="{F4F871EA-529A-490B-A4D9-F35205FBBD9E}" dt="2026-10-01T20:02:05.791" v="3874" actId="22"/>
        <pc:sldMkLst>
          <pc:docMk/>
          <pc:sldMk cId="532632592" sldId="504"/>
        </pc:sldMkLst>
        <pc:spChg chg="add">
          <ac:chgData name="Laura Fellowes" userId="ad24ae3f3b31f6f2" providerId="LiveId" clId="{F4F871EA-529A-490B-A4D9-F35205FBBD9E}" dt="2026-10-01T20:02:05.791" v="3874" actId="22"/>
          <ac:spMkLst>
            <pc:docMk/>
            <pc:sldMk cId="532632592" sldId="504"/>
            <ac:spMk id="9" creationId="{5AC90B95-84F9-94FB-082F-2C3C7BD4E5AB}"/>
          </ac:spMkLst>
        </pc:spChg>
        <pc:spChg chg="mod">
          <ac:chgData name="Laura Fellowes" userId="ad24ae3f3b31f6f2" providerId="LiveId" clId="{F4F871EA-529A-490B-A4D9-F35205FBBD9E}" dt="2026-10-01T18:26:24.298" v="3444" actId="692"/>
          <ac:spMkLst>
            <pc:docMk/>
            <pc:sldMk cId="532632592" sldId="504"/>
            <ac:spMk id="13" creationId="{C2889B01-D8DA-66BC-1F98-D05912DC1DEF}"/>
          </ac:spMkLst>
        </pc:spChg>
        <pc:spChg chg="mod">
          <ac:chgData name="Laura Fellowes" userId="ad24ae3f3b31f6f2" providerId="LiveId" clId="{F4F871EA-529A-490B-A4D9-F35205FBBD9E}" dt="2026-10-01T19:31:30.158" v="3550" actId="20577"/>
          <ac:spMkLst>
            <pc:docMk/>
            <pc:sldMk cId="532632592" sldId="504"/>
            <ac:spMk id="20" creationId="{069AEF74-DDFA-2B12-B06D-F119087BB055}"/>
          </ac:spMkLst>
        </pc:spChg>
        <pc:grpChg chg="mod">
          <ac:chgData name="Laura Fellowes" userId="ad24ae3f3b31f6f2" providerId="LiveId" clId="{F4F871EA-529A-490B-A4D9-F35205FBBD9E}" dt="2026-10-01T18:25:55.260" v="3441" actId="1076"/>
          <ac:grpSpMkLst>
            <pc:docMk/>
            <pc:sldMk cId="532632592" sldId="504"/>
            <ac:grpSpMk id="121" creationId="{90BABF9F-558C-C936-2F10-F27C9BC32140}"/>
          </ac:grpSpMkLst>
        </pc:grpChg>
        <pc:cxnChg chg="add mod">
          <ac:chgData name="Laura Fellowes" userId="ad24ae3f3b31f6f2" providerId="LiveId" clId="{F4F871EA-529A-490B-A4D9-F35205FBBD9E}" dt="2026-10-01T20:01:45.495" v="3871"/>
          <ac:cxnSpMkLst>
            <pc:docMk/>
            <pc:sldMk cId="532632592" sldId="504"/>
            <ac:cxnSpMk id="2" creationId="{A0A8E14D-7918-1AC6-BDF6-94625C41332A}"/>
          </ac:cxnSpMkLst>
        </pc:cxnChg>
      </pc:sldChg>
      <pc:sldChg chg="addSp modSp add mod">
        <pc:chgData name="Laura Fellowes" userId="ad24ae3f3b31f6f2" providerId="LiveId" clId="{F4F871EA-529A-490B-A4D9-F35205FBBD9E}" dt="2026-10-01T20:02:10.492" v="3875" actId="22"/>
        <pc:sldMkLst>
          <pc:docMk/>
          <pc:sldMk cId="3723846457" sldId="505"/>
        </pc:sldMkLst>
        <pc:spChg chg="add">
          <ac:chgData name="Laura Fellowes" userId="ad24ae3f3b31f6f2" providerId="LiveId" clId="{F4F871EA-529A-490B-A4D9-F35205FBBD9E}" dt="2026-10-01T20:02:10.492" v="3875" actId="22"/>
          <ac:spMkLst>
            <pc:docMk/>
            <pc:sldMk cId="3723846457" sldId="505"/>
            <ac:spMk id="9" creationId="{8774B655-CC16-61BB-FC97-EC5AB5F73CF6}"/>
          </ac:spMkLst>
        </pc:spChg>
        <pc:spChg chg="mod">
          <ac:chgData name="Laura Fellowes" userId="ad24ae3f3b31f6f2" providerId="LiveId" clId="{F4F871EA-529A-490B-A4D9-F35205FBBD9E}" dt="2026-10-01T18:28:25.471" v="3523" actId="692"/>
          <ac:spMkLst>
            <pc:docMk/>
            <pc:sldMk cId="3723846457" sldId="505"/>
            <ac:spMk id="13" creationId="{6A2607D8-8112-8543-E154-28F1AEAAA5FC}"/>
          </ac:spMkLst>
        </pc:spChg>
        <pc:spChg chg="mod">
          <ac:chgData name="Laura Fellowes" userId="ad24ae3f3b31f6f2" providerId="LiveId" clId="{F4F871EA-529A-490B-A4D9-F35205FBBD9E}" dt="2026-10-01T18:28:15.458" v="3521" actId="692"/>
          <ac:spMkLst>
            <pc:docMk/>
            <pc:sldMk cId="3723846457" sldId="505"/>
            <ac:spMk id="15" creationId="{1EBC60A0-EC8E-4FBE-FE1B-856D5EADEC18}"/>
          </ac:spMkLst>
        </pc:spChg>
        <pc:spChg chg="mod">
          <ac:chgData name="Laura Fellowes" userId="ad24ae3f3b31f6f2" providerId="LiveId" clId="{F4F871EA-529A-490B-A4D9-F35205FBBD9E}" dt="2026-10-01T19:31:37.296" v="3561" actId="20577"/>
          <ac:spMkLst>
            <pc:docMk/>
            <pc:sldMk cId="3723846457" sldId="505"/>
            <ac:spMk id="20" creationId="{1AD203A7-FD27-5671-0A16-7B76E2FC47ED}"/>
          </ac:spMkLst>
        </pc:spChg>
        <pc:cxnChg chg="add mod">
          <ac:chgData name="Laura Fellowes" userId="ad24ae3f3b31f6f2" providerId="LiveId" clId="{F4F871EA-529A-490B-A4D9-F35205FBBD9E}" dt="2026-10-01T20:01:49.263" v="3872"/>
          <ac:cxnSpMkLst>
            <pc:docMk/>
            <pc:sldMk cId="3723846457" sldId="505"/>
            <ac:cxnSpMk id="2" creationId="{F542F7CB-CE33-7B9A-2B38-1BA7A38AE8B0}"/>
          </ac:cxnSpMkLst>
        </pc:cxnChg>
      </pc:sldChg>
      <pc:sldChg chg="addSp delSp modSp new mod">
        <pc:chgData name="Laura Fellowes" userId="ad24ae3f3b31f6f2" providerId="LiveId" clId="{F4F871EA-529A-490B-A4D9-F35205FBBD9E}" dt="2026-10-06T15:02:16.767" v="3961" actId="20577"/>
        <pc:sldMkLst>
          <pc:docMk/>
          <pc:sldMk cId="1088365979" sldId="506"/>
        </pc:sldMkLst>
        <pc:spChg chg="add mod">
          <ac:chgData name="Laura Fellowes" userId="ad24ae3f3b31f6f2" providerId="LiveId" clId="{F4F871EA-529A-490B-A4D9-F35205FBBD9E}" dt="2026-10-01T20:11:08.027" v="3906" actId="6549"/>
          <ac:spMkLst>
            <pc:docMk/>
            <pc:sldMk cId="1088365979" sldId="506"/>
            <ac:spMk id="14" creationId="{9B08CD65-0D6A-6E3C-2313-86D1C1943242}"/>
          </ac:spMkLst>
        </pc:spChg>
        <pc:spChg chg="add mod">
          <ac:chgData name="Laura Fellowes" userId="ad24ae3f3b31f6f2" providerId="LiveId" clId="{F4F871EA-529A-490B-A4D9-F35205FBBD9E}" dt="2026-10-01T20:12:45.222" v="3910" actId="20577"/>
          <ac:spMkLst>
            <pc:docMk/>
            <pc:sldMk cId="1088365979" sldId="506"/>
            <ac:spMk id="16" creationId="{23780A73-433C-ED5E-F1B3-A81F334F82E5}"/>
          </ac:spMkLst>
        </pc:spChg>
        <pc:spChg chg="add mod">
          <ac:chgData name="Laura Fellowes" userId="ad24ae3f3b31f6f2" providerId="LiveId" clId="{F4F871EA-529A-490B-A4D9-F35205FBBD9E}" dt="2026-10-06T15:02:16.767" v="3961" actId="20577"/>
          <ac:spMkLst>
            <pc:docMk/>
            <pc:sldMk cId="1088365979" sldId="506"/>
            <ac:spMk id="21" creationId="{223A4930-3461-84D3-A7B0-C69F06F17E28}"/>
          </ac:spMkLst>
        </pc:spChg>
        <pc:picChg chg="add mod">
          <ac:chgData name="Laura Fellowes" userId="ad24ae3f3b31f6f2" providerId="LiveId" clId="{F4F871EA-529A-490B-A4D9-F35205FBBD9E}" dt="2026-10-06T15:01:51.210" v="3956" actId="1076"/>
          <ac:picMkLst>
            <pc:docMk/>
            <pc:sldMk cId="1088365979" sldId="506"/>
            <ac:picMk id="7" creationId="{3EFCC452-2837-B654-871D-3F1165782110}"/>
          </ac:picMkLst>
        </pc:picChg>
        <pc:picChg chg="add mod">
          <ac:chgData name="Laura Fellowes" userId="ad24ae3f3b31f6f2" providerId="LiveId" clId="{F4F871EA-529A-490B-A4D9-F35205FBBD9E}" dt="2026-10-06T15:02:09.036" v="3959" actId="1076"/>
          <ac:picMkLst>
            <pc:docMk/>
            <pc:sldMk cId="1088365979" sldId="506"/>
            <ac:picMk id="9" creationId="{08BC9580-A2A5-005D-7DDB-6CB494F49B6D}"/>
          </ac:picMkLst>
        </pc:picChg>
      </pc:sldChg>
      <pc:sldChg chg="addSp delSp modSp new mod">
        <pc:chgData name="Laura Fellowes" userId="ad24ae3f3b31f6f2" providerId="LiveId" clId="{F4F871EA-529A-490B-A4D9-F35205FBBD9E}" dt="2026-10-07T13:35:57.241" v="4294" actId="6549"/>
        <pc:sldMkLst>
          <pc:docMk/>
          <pc:sldMk cId="1252147827" sldId="507"/>
        </pc:sldMkLst>
        <pc:graphicFrameChg chg="add mod modGraphic">
          <ac:chgData name="Laura Fellowes" userId="ad24ae3f3b31f6f2" providerId="LiveId" clId="{F4F871EA-529A-490B-A4D9-F35205FBBD9E}" dt="2026-10-07T13:35:57.241" v="4294" actId="6549"/>
          <ac:graphicFrameMkLst>
            <pc:docMk/>
            <pc:sldMk cId="1252147827" sldId="507"/>
            <ac:graphicFrameMk id="4" creationId="{E5107A00-F697-F1CD-CC88-A3EEC29F1A79}"/>
          </ac:graphicFrameMkLst>
        </pc:graphicFrameChg>
      </pc:sldChg>
      <pc:sldChg chg="addSp delSp modSp add mod">
        <pc:chgData name="Laura Fellowes" userId="ad24ae3f3b31f6f2" providerId="LiveId" clId="{F4F871EA-529A-490B-A4D9-F35205FBBD9E}" dt="2026-10-14T17:47:25.921" v="5951" actId="1076"/>
        <pc:sldMkLst>
          <pc:docMk/>
          <pc:sldMk cId="3028386027" sldId="508"/>
        </pc:sldMkLst>
        <pc:spChg chg="mod">
          <ac:chgData name="Laura Fellowes" userId="ad24ae3f3b31f6f2" providerId="LiveId" clId="{F4F871EA-529A-490B-A4D9-F35205FBBD9E}" dt="2026-10-14T17:47:25.921" v="5951" actId="1076"/>
          <ac:spMkLst>
            <pc:docMk/>
            <pc:sldMk cId="3028386027" sldId="508"/>
            <ac:spMk id="20" creationId="{EAA70532-6BCB-CEC8-82F9-9A5B158FE383}"/>
          </ac:spMkLst>
        </pc:spChg>
        <pc:spChg chg="add del mod">
          <ac:chgData name="Laura Fellowes" userId="ad24ae3f3b31f6f2" providerId="LiveId" clId="{F4F871EA-529A-490B-A4D9-F35205FBBD9E}" dt="2026-10-14T17:46:25.175" v="5947" actId="478"/>
          <ac:spMkLst>
            <pc:docMk/>
            <pc:sldMk cId="3028386027" sldId="508"/>
            <ac:spMk id="22" creationId="{F5E4AFE3-7AC4-7022-555C-2901214BE53F}"/>
          </ac:spMkLst>
        </pc:spChg>
        <pc:spChg chg="add del mod">
          <ac:chgData name="Laura Fellowes" userId="ad24ae3f3b31f6f2" providerId="LiveId" clId="{F4F871EA-529A-490B-A4D9-F35205FBBD9E}" dt="2026-10-14T17:46:27.897" v="5948" actId="478"/>
          <ac:spMkLst>
            <pc:docMk/>
            <pc:sldMk cId="3028386027" sldId="508"/>
            <ac:spMk id="29" creationId="{0A9C25AB-D76F-07BF-A8D1-70851E8F3A57}"/>
          </ac:spMkLst>
        </pc:spChg>
        <pc:spChg chg="add del mod">
          <ac:chgData name="Laura Fellowes" userId="ad24ae3f3b31f6f2" providerId="LiveId" clId="{F4F871EA-529A-490B-A4D9-F35205FBBD9E}" dt="2026-10-14T15:53:24.726" v="4477" actId="478"/>
          <ac:spMkLst>
            <pc:docMk/>
            <pc:sldMk cId="3028386027" sldId="508"/>
            <ac:spMk id="30" creationId="{C846A6C3-0C6A-20A9-D899-63A9358CC024}"/>
          </ac:spMkLst>
        </pc:spChg>
        <pc:spChg chg="add del mod">
          <ac:chgData name="Laura Fellowes" userId="ad24ae3f3b31f6f2" providerId="LiveId" clId="{F4F871EA-529A-490B-A4D9-F35205FBBD9E}" dt="2026-10-14T15:53:46.466" v="4482" actId="478"/>
          <ac:spMkLst>
            <pc:docMk/>
            <pc:sldMk cId="3028386027" sldId="508"/>
            <ac:spMk id="31" creationId="{27665F4F-370E-7FF0-E5A2-0E5F8C3E296B}"/>
          </ac:spMkLst>
        </pc:spChg>
        <pc:spChg chg="add del mod">
          <ac:chgData name="Laura Fellowes" userId="ad24ae3f3b31f6f2" providerId="LiveId" clId="{F4F871EA-529A-490B-A4D9-F35205FBBD9E}" dt="2026-10-14T17:47:01.856" v="5949" actId="478"/>
          <ac:spMkLst>
            <pc:docMk/>
            <pc:sldMk cId="3028386027" sldId="508"/>
            <ac:spMk id="44" creationId="{5B54ABC2-B8DB-842D-3973-CC8C7270953B}"/>
          </ac:spMkLst>
        </pc:spChg>
        <pc:spChg chg="add del mod">
          <ac:chgData name="Laura Fellowes" userId="ad24ae3f3b31f6f2" providerId="LiveId" clId="{F4F871EA-529A-490B-A4D9-F35205FBBD9E}" dt="2026-10-14T17:47:01.856" v="5949" actId="478"/>
          <ac:spMkLst>
            <pc:docMk/>
            <pc:sldMk cId="3028386027" sldId="508"/>
            <ac:spMk id="49" creationId="{D57097CC-4B08-74BC-EC2C-9FEEED1FF950}"/>
          </ac:spMkLst>
        </pc:spChg>
        <pc:spChg chg="del">
          <ac:chgData name="Laura Fellowes" userId="ad24ae3f3b31f6f2" providerId="LiveId" clId="{F4F871EA-529A-490B-A4D9-F35205FBBD9E}" dt="2026-10-14T17:46:09.357" v="5945" actId="478"/>
          <ac:spMkLst>
            <pc:docMk/>
            <pc:sldMk cId="3028386027" sldId="508"/>
            <ac:spMk id="50" creationId="{7F2E5438-9194-A87B-E93B-828C5FCE15A0}"/>
          </ac:spMkLst>
        </pc:spChg>
        <pc:spChg chg="del">
          <ac:chgData name="Laura Fellowes" userId="ad24ae3f3b31f6f2" providerId="LiveId" clId="{F4F871EA-529A-490B-A4D9-F35205FBBD9E}" dt="2026-10-14T17:46:09.357" v="5945" actId="478"/>
          <ac:spMkLst>
            <pc:docMk/>
            <pc:sldMk cId="3028386027" sldId="508"/>
            <ac:spMk id="51" creationId="{C2D91689-6BA2-B307-0E57-5A3499E7F1ED}"/>
          </ac:spMkLst>
        </pc:spChg>
        <pc:spChg chg="mod">
          <ac:chgData name="Laura Fellowes" userId="ad24ae3f3b31f6f2" providerId="LiveId" clId="{F4F871EA-529A-490B-A4D9-F35205FBBD9E}" dt="2026-10-14T17:29:16.074" v="5753" actId="1076"/>
          <ac:spMkLst>
            <pc:docMk/>
            <pc:sldMk cId="3028386027" sldId="508"/>
            <ac:spMk id="53" creationId="{DBEE4921-6F20-D6C0-CE94-3F1C17F128FD}"/>
          </ac:spMkLst>
        </pc:spChg>
        <pc:spChg chg="mod">
          <ac:chgData name="Laura Fellowes" userId="ad24ae3f3b31f6f2" providerId="LiveId" clId="{F4F871EA-529A-490B-A4D9-F35205FBBD9E}" dt="2026-10-14T17:28:34.070" v="5746" actId="1035"/>
          <ac:spMkLst>
            <pc:docMk/>
            <pc:sldMk cId="3028386027" sldId="508"/>
            <ac:spMk id="56" creationId="{AA67D09F-4C17-8C89-2AE6-F462DE1FCEED}"/>
          </ac:spMkLst>
        </pc:spChg>
        <pc:spChg chg="mod">
          <ac:chgData name="Laura Fellowes" userId="ad24ae3f3b31f6f2" providerId="LiveId" clId="{F4F871EA-529A-490B-A4D9-F35205FBBD9E}" dt="2026-10-14T17:28:34.070" v="5746" actId="1035"/>
          <ac:spMkLst>
            <pc:docMk/>
            <pc:sldMk cId="3028386027" sldId="508"/>
            <ac:spMk id="57" creationId="{CC2891E3-69F1-98EA-873E-2E49CF998CB2}"/>
          </ac:spMkLst>
        </pc:spChg>
        <pc:spChg chg="mod">
          <ac:chgData name="Laura Fellowes" userId="ad24ae3f3b31f6f2" providerId="LiveId" clId="{F4F871EA-529A-490B-A4D9-F35205FBBD9E}" dt="2026-10-14T17:28:34.070" v="5746" actId="1035"/>
          <ac:spMkLst>
            <pc:docMk/>
            <pc:sldMk cId="3028386027" sldId="508"/>
            <ac:spMk id="61" creationId="{0AE40FEB-DE9F-6C7B-6928-46D3CE7BC40A}"/>
          </ac:spMkLst>
        </pc:spChg>
        <pc:spChg chg="mod">
          <ac:chgData name="Laura Fellowes" userId="ad24ae3f3b31f6f2" providerId="LiveId" clId="{F4F871EA-529A-490B-A4D9-F35205FBBD9E}" dt="2026-10-14T17:28:34.070" v="5746" actId="1035"/>
          <ac:spMkLst>
            <pc:docMk/>
            <pc:sldMk cId="3028386027" sldId="508"/>
            <ac:spMk id="63" creationId="{262F86DF-A2CC-FBC9-D0C6-FF9CD5546FFA}"/>
          </ac:spMkLst>
        </pc:spChg>
        <pc:spChg chg="add mod">
          <ac:chgData name="Laura Fellowes" userId="ad24ae3f3b31f6f2" providerId="LiveId" clId="{F4F871EA-529A-490B-A4D9-F35205FBBD9E}" dt="2026-10-14T17:47:18.941" v="5950"/>
          <ac:spMkLst>
            <pc:docMk/>
            <pc:sldMk cId="3028386027" sldId="508"/>
            <ac:spMk id="64" creationId="{CBB7D30D-E0C0-7BB6-97F1-0DA8DFD7489E}"/>
          </ac:spMkLst>
        </pc:spChg>
        <pc:spChg chg="mod">
          <ac:chgData name="Laura Fellowes" userId="ad24ae3f3b31f6f2" providerId="LiveId" clId="{F4F871EA-529A-490B-A4D9-F35205FBBD9E}" dt="2026-10-14T17:28:34.070" v="5746" actId="1035"/>
          <ac:spMkLst>
            <pc:docMk/>
            <pc:sldMk cId="3028386027" sldId="508"/>
            <ac:spMk id="65" creationId="{7A74D5AA-7785-91CF-0403-E2F2182B65D5}"/>
          </ac:spMkLst>
        </pc:spChg>
        <pc:spChg chg="mod">
          <ac:chgData name="Laura Fellowes" userId="ad24ae3f3b31f6f2" providerId="LiveId" clId="{F4F871EA-529A-490B-A4D9-F35205FBBD9E}" dt="2026-10-14T17:28:34.070" v="5746" actId="1035"/>
          <ac:spMkLst>
            <pc:docMk/>
            <pc:sldMk cId="3028386027" sldId="508"/>
            <ac:spMk id="66" creationId="{0AD407A7-F929-D104-1296-5B212DFC4760}"/>
          </ac:spMkLst>
        </pc:spChg>
        <pc:spChg chg="add mod">
          <ac:chgData name="Laura Fellowes" userId="ad24ae3f3b31f6f2" providerId="LiveId" clId="{F4F871EA-529A-490B-A4D9-F35205FBBD9E}" dt="2026-10-14T17:47:18.941" v="5950"/>
          <ac:spMkLst>
            <pc:docMk/>
            <pc:sldMk cId="3028386027" sldId="508"/>
            <ac:spMk id="71" creationId="{16BA30FD-286C-4538-0ABF-482082BE5E65}"/>
          </ac:spMkLst>
        </pc:spChg>
        <pc:spChg chg="mod">
          <ac:chgData name="Laura Fellowes" userId="ad24ae3f3b31f6f2" providerId="LiveId" clId="{F4F871EA-529A-490B-A4D9-F35205FBBD9E}" dt="2026-10-14T17:28:52.292" v="5750" actId="1076"/>
          <ac:spMkLst>
            <pc:docMk/>
            <pc:sldMk cId="3028386027" sldId="508"/>
            <ac:spMk id="120" creationId="{B3997071-DBC4-A3D2-ADDC-B9A9A0E814A0}"/>
          </ac:spMkLst>
        </pc:spChg>
        <pc:graphicFrameChg chg="del">
          <ac:chgData name="Laura Fellowes" userId="ad24ae3f3b31f6f2" providerId="LiveId" clId="{F4F871EA-529A-490B-A4D9-F35205FBBD9E}" dt="2026-10-14T17:46:09.357" v="5945" actId="478"/>
          <ac:graphicFrameMkLst>
            <pc:docMk/>
            <pc:sldMk cId="3028386027" sldId="508"/>
            <ac:graphicFrameMk id="37" creationId="{FD582456-38EC-289F-51D6-EF47309FCBE8}"/>
          </ac:graphicFrameMkLst>
        </pc:graphicFrameChg>
        <pc:graphicFrameChg chg="add del mod">
          <ac:chgData name="Laura Fellowes" userId="ad24ae3f3b31f6f2" providerId="LiveId" clId="{F4F871EA-529A-490B-A4D9-F35205FBBD9E}" dt="2026-10-14T17:47:01.856" v="5949" actId="478"/>
          <ac:graphicFrameMkLst>
            <pc:docMk/>
            <pc:sldMk cId="3028386027" sldId="508"/>
            <ac:graphicFrameMk id="43" creationId="{B55C6452-66A6-47D7-4350-0E12194AE34C}"/>
          </ac:graphicFrameMkLst>
        </pc:graphicFrameChg>
        <pc:graphicFrameChg chg="add mod">
          <ac:chgData name="Laura Fellowes" userId="ad24ae3f3b31f6f2" providerId="LiveId" clId="{F4F871EA-529A-490B-A4D9-F35205FBBD9E}" dt="2026-10-14T17:47:18.941" v="5950"/>
          <ac:graphicFrameMkLst>
            <pc:docMk/>
            <pc:sldMk cId="3028386027" sldId="508"/>
            <ac:graphicFrameMk id="62" creationId="{82F35E38-909F-BA19-1E86-AE98F0F0001E}"/>
          </ac:graphicFrameMkLst>
        </pc:graphicFrameChg>
        <pc:cxnChg chg="del">
          <ac:chgData name="Laura Fellowes" userId="ad24ae3f3b31f6f2" providerId="LiveId" clId="{F4F871EA-529A-490B-A4D9-F35205FBBD9E}" dt="2026-10-14T17:46:09.357" v="5945" actId="478"/>
          <ac:cxnSpMkLst>
            <pc:docMk/>
            <pc:sldMk cId="3028386027" sldId="508"/>
            <ac:cxnSpMk id="7" creationId="{7602BC33-684F-BBA1-8E02-50E63F6166E6}"/>
          </ac:cxnSpMkLst>
        </pc:cxnChg>
        <pc:cxnChg chg="del">
          <ac:chgData name="Laura Fellowes" userId="ad24ae3f3b31f6f2" providerId="LiveId" clId="{F4F871EA-529A-490B-A4D9-F35205FBBD9E}" dt="2026-10-14T17:46:09.357" v="5945" actId="478"/>
          <ac:cxnSpMkLst>
            <pc:docMk/>
            <pc:sldMk cId="3028386027" sldId="508"/>
            <ac:cxnSpMk id="23" creationId="{6BAB3BB1-BDCD-B3FF-5450-DE44B2E3D96C}"/>
          </ac:cxnSpMkLst>
        </pc:cxnChg>
        <pc:cxnChg chg="add mod">
          <ac:chgData name="Laura Fellowes" userId="ad24ae3f3b31f6f2" providerId="LiveId" clId="{F4F871EA-529A-490B-A4D9-F35205FBBD9E}" dt="2026-10-14T17:29:07.173" v="5752"/>
          <ac:cxnSpMkLst>
            <pc:docMk/>
            <pc:sldMk cId="3028386027" sldId="508"/>
            <ac:cxnSpMk id="42" creationId="{388D47AE-4620-40C3-DED7-1CE0C84F9B66}"/>
          </ac:cxnSpMkLst>
        </pc:cxnChg>
        <pc:cxnChg chg="add del mod">
          <ac:chgData name="Laura Fellowes" userId="ad24ae3f3b31f6f2" providerId="LiveId" clId="{F4F871EA-529A-490B-A4D9-F35205FBBD9E}" dt="2026-10-14T17:47:01.856" v="5949" actId="478"/>
          <ac:cxnSpMkLst>
            <pc:docMk/>
            <pc:sldMk cId="3028386027" sldId="508"/>
            <ac:cxnSpMk id="54" creationId="{CE7335B2-3955-B4DC-6A7C-ECA25EA5B475}"/>
          </ac:cxnSpMkLst>
        </pc:cxnChg>
        <pc:cxnChg chg="del mod">
          <ac:chgData name="Laura Fellowes" userId="ad24ae3f3b31f6f2" providerId="LiveId" clId="{F4F871EA-529A-490B-A4D9-F35205FBBD9E}" dt="2026-10-14T17:28:38.245" v="5748" actId="478"/>
          <ac:cxnSpMkLst>
            <pc:docMk/>
            <pc:sldMk cId="3028386027" sldId="508"/>
            <ac:cxnSpMk id="55" creationId="{8268F84D-3489-07BD-F9D9-3B1E14107068}"/>
          </ac:cxnSpMkLst>
        </pc:cxnChg>
        <pc:cxnChg chg="add del mod">
          <ac:chgData name="Laura Fellowes" userId="ad24ae3f3b31f6f2" providerId="LiveId" clId="{F4F871EA-529A-490B-A4D9-F35205FBBD9E}" dt="2026-10-14T17:47:01.856" v="5949" actId="478"/>
          <ac:cxnSpMkLst>
            <pc:docMk/>
            <pc:sldMk cId="3028386027" sldId="508"/>
            <ac:cxnSpMk id="58" creationId="{16AF1850-B262-3081-226B-5B124E37BD03}"/>
          </ac:cxnSpMkLst>
        </pc:cxnChg>
        <pc:cxnChg chg="add mod">
          <ac:chgData name="Laura Fellowes" userId="ad24ae3f3b31f6f2" providerId="LiveId" clId="{F4F871EA-529A-490B-A4D9-F35205FBBD9E}" dt="2026-10-14T17:47:18.941" v="5950"/>
          <ac:cxnSpMkLst>
            <pc:docMk/>
            <pc:sldMk cId="3028386027" sldId="508"/>
            <ac:cxnSpMk id="73" creationId="{D56D0C01-24F9-8319-FF5E-0328B9DB928B}"/>
          </ac:cxnSpMkLst>
        </pc:cxnChg>
        <pc:cxnChg chg="add mod">
          <ac:chgData name="Laura Fellowes" userId="ad24ae3f3b31f6f2" providerId="LiveId" clId="{F4F871EA-529A-490B-A4D9-F35205FBBD9E}" dt="2026-10-14T17:47:18.941" v="5950"/>
          <ac:cxnSpMkLst>
            <pc:docMk/>
            <pc:sldMk cId="3028386027" sldId="508"/>
            <ac:cxnSpMk id="75" creationId="{3C3A1CC2-A4E1-473A-142B-E02553E66733}"/>
          </ac:cxnSpMkLst>
        </pc:cxnChg>
        <pc:cxnChg chg="mod">
          <ac:chgData name="Laura Fellowes" userId="ad24ae3f3b31f6f2" providerId="LiveId" clId="{F4F871EA-529A-490B-A4D9-F35205FBBD9E}" dt="2026-10-14T17:27:38.061" v="5722" actId="14100"/>
          <ac:cxnSpMkLst>
            <pc:docMk/>
            <pc:sldMk cId="3028386027" sldId="508"/>
            <ac:cxnSpMk id="78" creationId="{0E59703D-0B55-754D-48B5-7D69B7CEB9E4}"/>
          </ac:cxnSpMkLst>
        </pc:cxnChg>
        <pc:cxnChg chg="mod">
          <ac:chgData name="Laura Fellowes" userId="ad24ae3f3b31f6f2" providerId="LiveId" clId="{F4F871EA-529A-490B-A4D9-F35205FBBD9E}" dt="2026-10-14T17:28:34.070" v="5746" actId="1035"/>
          <ac:cxnSpMkLst>
            <pc:docMk/>
            <pc:sldMk cId="3028386027" sldId="508"/>
            <ac:cxnSpMk id="100" creationId="{2FEC11F3-0D85-1EA2-134E-37626C759C80}"/>
          </ac:cxnSpMkLst>
        </pc:cxnChg>
        <pc:cxnChg chg="mod">
          <ac:chgData name="Laura Fellowes" userId="ad24ae3f3b31f6f2" providerId="LiveId" clId="{F4F871EA-529A-490B-A4D9-F35205FBBD9E}" dt="2026-10-14T17:28:34.070" v="5746" actId="1035"/>
          <ac:cxnSpMkLst>
            <pc:docMk/>
            <pc:sldMk cId="3028386027" sldId="508"/>
            <ac:cxnSpMk id="113" creationId="{5B2B86D2-F0F2-16FA-8B70-A6436B5A649D}"/>
          </ac:cxnSpMkLst>
        </pc:cxnChg>
        <pc:cxnChg chg="mod">
          <ac:chgData name="Laura Fellowes" userId="ad24ae3f3b31f6f2" providerId="LiveId" clId="{F4F871EA-529A-490B-A4D9-F35205FBBD9E}" dt="2026-10-14T17:28:34.070" v="5746" actId="1035"/>
          <ac:cxnSpMkLst>
            <pc:docMk/>
            <pc:sldMk cId="3028386027" sldId="508"/>
            <ac:cxnSpMk id="114" creationId="{06F06F69-162C-07EE-AC10-B5D34B5FDE6D}"/>
          </ac:cxnSpMkLst>
        </pc:cxnChg>
        <pc:cxnChg chg="mod">
          <ac:chgData name="Laura Fellowes" userId="ad24ae3f3b31f6f2" providerId="LiveId" clId="{F4F871EA-529A-490B-A4D9-F35205FBBD9E}" dt="2026-10-14T17:28:34.070" v="5746" actId="1035"/>
          <ac:cxnSpMkLst>
            <pc:docMk/>
            <pc:sldMk cId="3028386027" sldId="508"/>
            <ac:cxnSpMk id="115" creationId="{BE1164F5-1155-CE45-DE2A-ACED8C52A382}"/>
          </ac:cxnSpMkLst>
        </pc:cxnChg>
      </pc:sldChg>
      <pc:sldChg chg="addSp delSp modSp add mod">
        <pc:chgData name="Laura Fellowes" userId="ad24ae3f3b31f6f2" providerId="LiveId" clId="{F4F871EA-529A-490B-A4D9-F35205FBBD9E}" dt="2026-10-14T17:59:25.198" v="6052" actId="14100"/>
        <pc:sldMkLst>
          <pc:docMk/>
          <pc:sldMk cId="1118651180" sldId="509"/>
        </pc:sldMkLst>
        <pc:spChg chg="mod">
          <ac:chgData name="Laura Fellowes" userId="ad24ae3f3b31f6f2" providerId="LiveId" clId="{F4F871EA-529A-490B-A4D9-F35205FBBD9E}" dt="2026-10-14T17:31:13.551" v="5782" actId="165"/>
          <ac:spMkLst>
            <pc:docMk/>
            <pc:sldMk cId="1118651180" sldId="509"/>
            <ac:spMk id="5" creationId="{7FCC6BE9-A168-5467-5D79-BA3C236BE178}"/>
          </ac:spMkLst>
        </pc:spChg>
        <pc:spChg chg="mod">
          <ac:chgData name="Laura Fellowes" userId="ad24ae3f3b31f6f2" providerId="LiveId" clId="{F4F871EA-529A-490B-A4D9-F35205FBBD9E}" dt="2026-10-14T17:31:13.551" v="5782" actId="165"/>
          <ac:spMkLst>
            <pc:docMk/>
            <pc:sldMk cId="1118651180" sldId="509"/>
            <ac:spMk id="11" creationId="{0B2AE6C5-1EF9-9D1B-1B31-A34B9D10BCBD}"/>
          </ac:spMkLst>
        </pc:spChg>
        <pc:spChg chg="mod topLvl">
          <ac:chgData name="Laura Fellowes" userId="ad24ae3f3b31f6f2" providerId="LiveId" clId="{F4F871EA-529A-490B-A4D9-F35205FBBD9E}" dt="2026-10-14T17:32:32.152" v="5813" actId="1076"/>
          <ac:spMkLst>
            <pc:docMk/>
            <pc:sldMk cId="1118651180" sldId="509"/>
            <ac:spMk id="14" creationId="{03ABCB13-F046-A8C2-A6D5-70227BC785B4}"/>
          </ac:spMkLst>
        </pc:spChg>
        <pc:spChg chg="mod">
          <ac:chgData name="Laura Fellowes" userId="ad24ae3f3b31f6f2" providerId="LiveId" clId="{F4F871EA-529A-490B-A4D9-F35205FBBD9E}" dt="2026-10-14T17:31:13.551" v="5782" actId="165"/>
          <ac:spMkLst>
            <pc:docMk/>
            <pc:sldMk cId="1118651180" sldId="509"/>
            <ac:spMk id="15" creationId="{1DC12B3D-B1F1-B6DB-3AD8-538C29D46B69}"/>
          </ac:spMkLst>
        </pc:spChg>
        <pc:spChg chg="mod">
          <ac:chgData name="Laura Fellowes" userId="ad24ae3f3b31f6f2" providerId="LiveId" clId="{F4F871EA-529A-490B-A4D9-F35205FBBD9E}" dt="2026-10-14T17:31:13.551" v="5782" actId="165"/>
          <ac:spMkLst>
            <pc:docMk/>
            <pc:sldMk cId="1118651180" sldId="509"/>
            <ac:spMk id="16" creationId="{7B911C6D-7D9B-09E2-A0EC-F661A4C720E4}"/>
          </ac:spMkLst>
        </pc:spChg>
        <pc:spChg chg="mod">
          <ac:chgData name="Laura Fellowes" userId="ad24ae3f3b31f6f2" providerId="LiveId" clId="{F4F871EA-529A-490B-A4D9-F35205FBBD9E}" dt="2026-10-14T17:49:51.478" v="6021" actId="58"/>
          <ac:spMkLst>
            <pc:docMk/>
            <pc:sldMk cId="1118651180" sldId="509"/>
            <ac:spMk id="20" creationId="{13E021C7-FB79-01B8-5900-97523368506E}"/>
          </ac:spMkLst>
        </pc:spChg>
        <pc:spChg chg="add mod">
          <ac:chgData name="Laura Fellowes" userId="ad24ae3f3b31f6f2" providerId="LiveId" clId="{F4F871EA-529A-490B-A4D9-F35205FBBD9E}" dt="2026-10-14T17:43:42.430" v="5904" actId="1036"/>
          <ac:spMkLst>
            <pc:docMk/>
            <pc:sldMk cId="1118651180" sldId="509"/>
            <ac:spMk id="22" creationId="{28E53812-8BB6-8F2E-6230-E057BF45FF96}"/>
          </ac:spMkLst>
        </pc:spChg>
        <pc:spChg chg="add mod">
          <ac:chgData name="Laura Fellowes" userId="ad24ae3f3b31f6f2" providerId="LiveId" clId="{F4F871EA-529A-490B-A4D9-F35205FBBD9E}" dt="2026-10-14T17:43:42.430" v="5904" actId="1036"/>
          <ac:spMkLst>
            <pc:docMk/>
            <pc:sldMk cId="1118651180" sldId="509"/>
            <ac:spMk id="29" creationId="{46411B41-1B4D-E0B9-8211-602B872A3CFC}"/>
          </ac:spMkLst>
        </pc:spChg>
        <pc:spChg chg="mod">
          <ac:chgData name="Laura Fellowes" userId="ad24ae3f3b31f6f2" providerId="LiveId" clId="{F4F871EA-529A-490B-A4D9-F35205FBBD9E}" dt="2026-10-14T17:44:35.143" v="5910" actId="1076"/>
          <ac:spMkLst>
            <pc:docMk/>
            <pc:sldMk cId="1118651180" sldId="509"/>
            <ac:spMk id="36" creationId="{0C2B4E8B-2CC8-43FB-25B0-C264B6E6662D}"/>
          </ac:spMkLst>
        </pc:spChg>
        <pc:spChg chg="mod">
          <ac:chgData name="Laura Fellowes" userId="ad24ae3f3b31f6f2" providerId="LiveId" clId="{F4F871EA-529A-490B-A4D9-F35205FBBD9E}" dt="2026-10-14T17:59:20.471" v="6051" actId="1076"/>
          <ac:spMkLst>
            <pc:docMk/>
            <pc:sldMk cId="1118651180" sldId="509"/>
            <ac:spMk id="40" creationId="{A4BB99C1-B8E3-63F2-91E3-309390AE908C}"/>
          </ac:spMkLst>
        </pc:spChg>
        <pc:spChg chg="add mod">
          <ac:chgData name="Laura Fellowes" userId="ad24ae3f3b31f6f2" providerId="LiveId" clId="{F4F871EA-529A-490B-A4D9-F35205FBBD9E}" dt="2026-10-14T17:45:02.155" v="5940" actId="1038"/>
          <ac:spMkLst>
            <pc:docMk/>
            <pc:sldMk cId="1118651180" sldId="509"/>
            <ac:spMk id="43" creationId="{6C92F98D-E677-E951-2298-964C184B577F}"/>
          </ac:spMkLst>
        </pc:spChg>
        <pc:spChg chg="add del mod">
          <ac:chgData name="Laura Fellowes" userId="ad24ae3f3b31f6f2" providerId="LiveId" clId="{F4F871EA-529A-490B-A4D9-F35205FBBD9E}" dt="2026-10-14T17:32:10.991" v="5811" actId="478"/>
          <ac:spMkLst>
            <pc:docMk/>
            <pc:sldMk cId="1118651180" sldId="509"/>
            <ac:spMk id="44" creationId="{5CF02690-A618-8D10-FD68-66A00793AD5E}"/>
          </ac:spMkLst>
        </pc:spChg>
        <pc:spChg chg="del">
          <ac:chgData name="Laura Fellowes" userId="ad24ae3f3b31f6f2" providerId="LiveId" clId="{F4F871EA-529A-490B-A4D9-F35205FBBD9E}" dt="2026-10-14T17:45:40.241" v="5943" actId="478"/>
          <ac:spMkLst>
            <pc:docMk/>
            <pc:sldMk cId="1118651180" sldId="509"/>
            <ac:spMk id="50" creationId="{96DF6343-FA3D-FE6D-53DD-F9E861D9DBA0}"/>
          </ac:spMkLst>
        </pc:spChg>
        <pc:spChg chg="del">
          <ac:chgData name="Laura Fellowes" userId="ad24ae3f3b31f6f2" providerId="LiveId" clId="{F4F871EA-529A-490B-A4D9-F35205FBBD9E}" dt="2026-10-14T17:45:40.241" v="5943" actId="478"/>
          <ac:spMkLst>
            <pc:docMk/>
            <pc:sldMk cId="1118651180" sldId="509"/>
            <ac:spMk id="51" creationId="{49C4B5E0-6688-D7E5-DA3C-1284AD4775ED}"/>
          </ac:spMkLst>
        </pc:spChg>
        <pc:spChg chg="mod">
          <ac:chgData name="Laura Fellowes" userId="ad24ae3f3b31f6f2" providerId="LiveId" clId="{F4F871EA-529A-490B-A4D9-F35205FBBD9E}" dt="2026-10-14T17:30:45.253" v="5781" actId="1076"/>
          <ac:spMkLst>
            <pc:docMk/>
            <pc:sldMk cId="1118651180" sldId="509"/>
            <ac:spMk id="53" creationId="{0C22C79C-C751-7E26-80E1-CD8D62D36C91}"/>
          </ac:spMkLst>
        </pc:spChg>
        <pc:spChg chg="mod">
          <ac:chgData name="Laura Fellowes" userId="ad24ae3f3b31f6f2" providerId="LiveId" clId="{F4F871EA-529A-490B-A4D9-F35205FBBD9E}" dt="2026-10-14T17:30:03.304" v="5777" actId="1035"/>
          <ac:spMkLst>
            <pc:docMk/>
            <pc:sldMk cId="1118651180" sldId="509"/>
            <ac:spMk id="56" creationId="{06CC07AF-7AF7-720F-11CC-8B6003A37FD0}"/>
          </ac:spMkLst>
        </pc:spChg>
        <pc:spChg chg="mod">
          <ac:chgData name="Laura Fellowes" userId="ad24ae3f3b31f6f2" providerId="LiveId" clId="{F4F871EA-529A-490B-A4D9-F35205FBBD9E}" dt="2026-10-14T17:30:03.304" v="5777" actId="1035"/>
          <ac:spMkLst>
            <pc:docMk/>
            <pc:sldMk cId="1118651180" sldId="509"/>
            <ac:spMk id="57" creationId="{9A6908F9-4EB1-A368-A039-323C8B3BDFC4}"/>
          </ac:spMkLst>
        </pc:spChg>
        <pc:spChg chg="mod">
          <ac:chgData name="Laura Fellowes" userId="ad24ae3f3b31f6f2" providerId="LiveId" clId="{F4F871EA-529A-490B-A4D9-F35205FBBD9E}" dt="2026-10-14T17:30:03.304" v="5777" actId="1035"/>
          <ac:spMkLst>
            <pc:docMk/>
            <pc:sldMk cId="1118651180" sldId="509"/>
            <ac:spMk id="61" creationId="{1985C081-0A65-B0E0-5BCB-F0A7CC2D59A9}"/>
          </ac:spMkLst>
        </pc:spChg>
        <pc:spChg chg="mod">
          <ac:chgData name="Laura Fellowes" userId="ad24ae3f3b31f6f2" providerId="LiveId" clId="{F4F871EA-529A-490B-A4D9-F35205FBBD9E}" dt="2026-10-14T17:30:03.304" v="5777" actId="1035"/>
          <ac:spMkLst>
            <pc:docMk/>
            <pc:sldMk cId="1118651180" sldId="509"/>
            <ac:spMk id="63" creationId="{F10D4DD7-EBE6-1201-8AC7-A493A1451F75}"/>
          </ac:spMkLst>
        </pc:spChg>
        <pc:spChg chg="mod">
          <ac:chgData name="Laura Fellowes" userId="ad24ae3f3b31f6f2" providerId="LiveId" clId="{F4F871EA-529A-490B-A4D9-F35205FBBD9E}" dt="2026-10-14T17:30:03.304" v="5777" actId="1035"/>
          <ac:spMkLst>
            <pc:docMk/>
            <pc:sldMk cId="1118651180" sldId="509"/>
            <ac:spMk id="65" creationId="{598A87F2-9403-EC08-0C20-4AF7938AA085}"/>
          </ac:spMkLst>
        </pc:spChg>
        <pc:spChg chg="mod">
          <ac:chgData name="Laura Fellowes" userId="ad24ae3f3b31f6f2" providerId="LiveId" clId="{F4F871EA-529A-490B-A4D9-F35205FBBD9E}" dt="2026-10-14T17:31:13.551" v="5782" actId="165"/>
          <ac:spMkLst>
            <pc:docMk/>
            <pc:sldMk cId="1118651180" sldId="509"/>
            <ac:spMk id="66" creationId="{18B45630-4784-0611-FBA7-DE1AC9DE45C2}"/>
          </ac:spMkLst>
        </pc:spChg>
        <pc:spChg chg="add">
          <ac:chgData name="Laura Fellowes" userId="ad24ae3f3b31f6f2" providerId="LiveId" clId="{F4F871EA-529A-490B-A4D9-F35205FBBD9E}" dt="2026-10-14T17:33:17.957" v="5816" actId="22"/>
          <ac:spMkLst>
            <pc:docMk/>
            <pc:sldMk cId="1118651180" sldId="509"/>
            <ac:spMk id="71" creationId="{BBE30DA8-20C6-1D42-5EEF-DBB9DA17439E}"/>
          </ac:spMkLst>
        </pc:spChg>
        <pc:spChg chg="mod topLvl">
          <ac:chgData name="Laura Fellowes" userId="ad24ae3f3b31f6f2" providerId="LiveId" clId="{F4F871EA-529A-490B-A4D9-F35205FBBD9E}" dt="2026-10-14T17:44:39.656" v="5914" actId="1037"/>
          <ac:spMkLst>
            <pc:docMk/>
            <pc:sldMk cId="1118651180" sldId="509"/>
            <ac:spMk id="72" creationId="{50570DA6-C28B-B3E4-295A-B31C68E47E49}"/>
          </ac:spMkLst>
        </pc:spChg>
        <pc:spChg chg="mod">
          <ac:chgData name="Laura Fellowes" userId="ad24ae3f3b31f6f2" providerId="LiveId" clId="{F4F871EA-529A-490B-A4D9-F35205FBBD9E}" dt="2026-10-14T17:48:01.099" v="5982" actId="1037"/>
          <ac:spMkLst>
            <pc:docMk/>
            <pc:sldMk cId="1118651180" sldId="509"/>
            <ac:spMk id="74" creationId="{C222F2C9-4303-BA30-D0DD-D46C8DF9296D}"/>
          </ac:spMkLst>
        </pc:spChg>
        <pc:spChg chg="add mod">
          <ac:chgData name="Laura Fellowes" userId="ad24ae3f3b31f6f2" providerId="LiveId" clId="{F4F871EA-529A-490B-A4D9-F35205FBBD9E}" dt="2026-10-14T17:35:40.632" v="5830" actId="20577"/>
          <ac:spMkLst>
            <pc:docMk/>
            <pc:sldMk cId="1118651180" sldId="509"/>
            <ac:spMk id="75" creationId="{BEF9F933-BE6F-A99D-ACFB-34F025971BA0}"/>
          </ac:spMkLst>
        </pc:spChg>
        <pc:spChg chg="mod topLvl">
          <ac:chgData name="Laura Fellowes" userId="ad24ae3f3b31f6f2" providerId="LiveId" clId="{F4F871EA-529A-490B-A4D9-F35205FBBD9E}" dt="2026-10-14T17:32:42.647" v="5814" actId="1076"/>
          <ac:spMkLst>
            <pc:docMk/>
            <pc:sldMk cId="1118651180" sldId="509"/>
            <ac:spMk id="80" creationId="{05828A74-FAE0-F1DD-C045-45007612CE6E}"/>
          </ac:spMkLst>
        </pc:spChg>
        <pc:spChg chg="add mod">
          <ac:chgData name="Laura Fellowes" userId="ad24ae3f3b31f6f2" providerId="LiveId" clId="{F4F871EA-529A-490B-A4D9-F35205FBBD9E}" dt="2026-10-14T17:34:13.459" v="5823" actId="1076"/>
          <ac:spMkLst>
            <pc:docMk/>
            <pc:sldMk cId="1118651180" sldId="509"/>
            <ac:spMk id="84" creationId="{143529C3-A834-EC36-D854-5ABAC4ECB548}"/>
          </ac:spMkLst>
        </pc:spChg>
        <pc:spChg chg="add mod">
          <ac:chgData name="Laura Fellowes" userId="ad24ae3f3b31f6f2" providerId="LiveId" clId="{F4F871EA-529A-490B-A4D9-F35205FBBD9E}" dt="2026-10-14T17:48:23.400" v="6013" actId="1038"/>
          <ac:spMkLst>
            <pc:docMk/>
            <pc:sldMk cId="1118651180" sldId="509"/>
            <ac:spMk id="90" creationId="{DE85AF11-B5FE-7C3E-17F9-A3DC9944A4E5}"/>
          </ac:spMkLst>
        </pc:spChg>
        <pc:spChg chg="mod">
          <ac:chgData name="Laura Fellowes" userId="ad24ae3f3b31f6f2" providerId="LiveId" clId="{F4F871EA-529A-490B-A4D9-F35205FBBD9E}" dt="2026-10-14T17:31:48.600" v="5809" actId="1036"/>
          <ac:spMkLst>
            <pc:docMk/>
            <pc:sldMk cId="1118651180" sldId="509"/>
            <ac:spMk id="93" creationId="{96312463-FE40-4872-6F6C-C2192B489CDC}"/>
          </ac:spMkLst>
        </pc:spChg>
        <pc:spChg chg="mod topLvl">
          <ac:chgData name="Laura Fellowes" userId="ad24ae3f3b31f6f2" providerId="LiveId" clId="{F4F871EA-529A-490B-A4D9-F35205FBBD9E}" dt="2026-10-14T17:31:48.600" v="5809" actId="1036"/>
          <ac:spMkLst>
            <pc:docMk/>
            <pc:sldMk cId="1118651180" sldId="509"/>
            <ac:spMk id="94" creationId="{670F3071-B696-8788-41CA-905A34DBDF09}"/>
          </ac:spMkLst>
        </pc:spChg>
        <pc:spChg chg="mod topLvl">
          <ac:chgData name="Laura Fellowes" userId="ad24ae3f3b31f6f2" providerId="LiveId" clId="{F4F871EA-529A-490B-A4D9-F35205FBBD9E}" dt="2026-10-14T17:31:48.600" v="5809" actId="1036"/>
          <ac:spMkLst>
            <pc:docMk/>
            <pc:sldMk cId="1118651180" sldId="509"/>
            <ac:spMk id="95" creationId="{D352A68F-77E4-F0DE-EC9E-12212CE03311}"/>
          </ac:spMkLst>
        </pc:spChg>
        <pc:spChg chg="mod">
          <ac:chgData name="Laura Fellowes" userId="ad24ae3f3b31f6f2" providerId="LiveId" clId="{F4F871EA-529A-490B-A4D9-F35205FBBD9E}" dt="2026-10-14T17:31:48.600" v="5809" actId="1036"/>
          <ac:spMkLst>
            <pc:docMk/>
            <pc:sldMk cId="1118651180" sldId="509"/>
            <ac:spMk id="96" creationId="{CAC43F77-D0F6-9CEF-7099-AF5910B42EFF}"/>
          </ac:spMkLst>
        </pc:spChg>
        <pc:spChg chg="mod">
          <ac:chgData name="Laura Fellowes" userId="ad24ae3f3b31f6f2" providerId="LiveId" clId="{F4F871EA-529A-490B-A4D9-F35205FBBD9E}" dt="2026-10-14T17:42:32.140" v="5882" actId="1076"/>
          <ac:spMkLst>
            <pc:docMk/>
            <pc:sldMk cId="1118651180" sldId="509"/>
            <ac:spMk id="99" creationId="{99BA39AE-C5D7-E496-5ABA-5F2D78AD2734}"/>
          </ac:spMkLst>
        </pc:spChg>
        <pc:spChg chg="add mod">
          <ac:chgData name="Laura Fellowes" userId="ad24ae3f3b31f6f2" providerId="LiveId" clId="{F4F871EA-529A-490B-A4D9-F35205FBBD9E}" dt="2026-10-14T17:47:42.960" v="5959" actId="1037"/>
          <ac:spMkLst>
            <pc:docMk/>
            <pc:sldMk cId="1118651180" sldId="509"/>
            <ac:spMk id="104" creationId="{F13E4DE2-729A-B2DE-769F-A79BCB9774DB}"/>
          </ac:spMkLst>
        </pc:spChg>
        <pc:spChg chg="mod">
          <ac:chgData name="Laura Fellowes" userId="ad24ae3f3b31f6f2" providerId="LiveId" clId="{F4F871EA-529A-490B-A4D9-F35205FBBD9E}" dt="2026-10-14T17:31:53.299" v="5810" actId="1076"/>
          <ac:spMkLst>
            <pc:docMk/>
            <pc:sldMk cId="1118651180" sldId="509"/>
            <ac:spMk id="106" creationId="{DE0B6700-DE69-3824-DA11-19CEB9E18B49}"/>
          </ac:spMkLst>
        </pc:spChg>
        <pc:spChg chg="mod">
          <ac:chgData name="Laura Fellowes" userId="ad24ae3f3b31f6f2" providerId="LiveId" clId="{F4F871EA-529A-490B-A4D9-F35205FBBD9E}" dt="2026-10-14T17:31:48.600" v="5809" actId="1036"/>
          <ac:spMkLst>
            <pc:docMk/>
            <pc:sldMk cId="1118651180" sldId="509"/>
            <ac:spMk id="107" creationId="{5BD9141F-DB76-A7B5-4108-3960B76A68D3}"/>
          </ac:spMkLst>
        </pc:spChg>
        <pc:spChg chg="mod">
          <ac:chgData name="Laura Fellowes" userId="ad24ae3f3b31f6f2" providerId="LiveId" clId="{F4F871EA-529A-490B-A4D9-F35205FBBD9E}" dt="2026-10-14T17:31:48.600" v="5809" actId="1036"/>
          <ac:spMkLst>
            <pc:docMk/>
            <pc:sldMk cId="1118651180" sldId="509"/>
            <ac:spMk id="108" creationId="{750C9E2A-BE36-C1AF-67EB-A889276B9665}"/>
          </ac:spMkLst>
        </pc:spChg>
        <pc:spChg chg="add mod">
          <ac:chgData name="Laura Fellowes" userId="ad24ae3f3b31f6f2" providerId="LiveId" clId="{F4F871EA-529A-490B-A4D9-F35205FBBD9E}" dt="2026-10-14T17:48:09.740" v="5992" actId="1037"/>
          <ac:spMkLst>
            <pc:docMk/>
            <pc:sldMk cId="1118651180" sldId="509"/>
            <ac:spMk id="109" creationId="{2D0D10CC-415D-2D31-A09B-2D45509CB8E3}"/>
          </ac:spMkLst>
        </pc:spChg>
        <pc:spChg chg="mod">
          <ac:chgData name="Laura Fellowes" userId="ad24ae3f3b31f6f2" providerId="LiveId" clId="{F4F871EA-529A-490B-A4D9-F35205FBBD9E}" dt="2026-10-14T17:31:48.600" v="5809" actId="1036"/>
          <ac:spMkLst>
            <pc:docMk/>
            <pc:sldMk cId="1118651180" sldId="509"/>
            <ac:spMk id="120" creationId="{14227454-012C-9FB2-3570-4B5BEE596688}"/>
          </ac:spMkLst>
        </pc:spChg>
        <pc:spChg chg="add mod">
          <ac:chgData name="Laura Fellowes" userId="ad24ae3f3b31f6f2" providerId="LiveId" clId="{F4F871EA-529A-490B-A4D9-F35205FBBD9E}" dt="2026-10-14T17:46:00.340" v="5944"/>
          <ac:spMkLst>
            <pc:docMk/>
            <pc:sldMk cId="1118651180" sldId="509"/>
            <ac:spMk id="130" creationId="{84476416-91A0-6583-395D-EDFB46C45E79}"/>
          </ac:spMkLst>
        </pc:spChg>
        <pc:spChg chg="add mod">
          <ac:chgData name="Laura Fellowes" userId="ad24ae3f3b31f6f2" providerId="LiveId" clId="{F4F871EA-529A-490B-A4D9-F35205FBBD9E}" dt="2026-10-14T17:46:00.340" v="5944"/>
          <ac:spMkLst>
            <pc:docMk/>
            <pc:sldMk cId="1118651180" sldId="509"/>
            <ac:spMk id="131" creationId="{BD8AC23F-A07A-3B7F-F20F-D106298E4076}"/>
          </ac:spMkLst>
        </pc:spChg>
        <pc:spChg chg="mod">
          <ac:chgData name="Laura Fellowes" userId="ad24ae3f3b31f6f2" providerId="LiveId" clId="{F4F871EA-529A-490B-A4D9-F35205FBBD9E}" dt="2026-10-14T17:47:54.824" v="5968" actId="1037"/>
          <ac:spMkLst>
            <pc:docMk/>
            <pc:sldMk cId="1118651180" sldId="509"/>
            <ac:spMk id="142" creationId="{FDDE421D-6F11-7DE1-04C5-C5463F7577FF}"/>
          </ac:spMkLst>
        </pc:spChg>
        <pc:grpChg chg="mod">
          <ac:chgData name="Laura Fellowes" userId="ad24ae3f3b31f6f2" providerId="LiveId" clId="{F4F871EA-529A-490B-A4D9-F35205FBBD9E}" dt="2026-10-14T17:43:42.430" v="5904" actId="1036"/>
          <ac:grpSpMkLst>
            <pc:docMk/>
            <pc:sldMk cId="1118651180" sldId="509"/>
            <ac:grpSpMk id="45" creationId="{9DD85E30-1337-EEA6-258A-39C5DBF3E5F9}"/>
          </ac:grpSpMkLst>
        </pc:grpChg>
        <pc:graphicFrameChg chg="del">
          <ac:chgData name="Laura Fellowes" userId="ad24ae3f3b31f6f2" providerId="LiveId" clId="{F4F871EA-529A-490B-A4D9-F35205FBBD9E}" dt="2026-10-14T17:45:40.241" v="5943" actId="478"/>
          <ac:graphicFrameMkLst>
            <pc:docMk/>
            <pc:sldMk cId="1118651180" sldId="509"/>
            <ac:graphicFrameMk id="37" creationId="{A88649C7-6C02-4911-EA26-A40D37C52885}"/>
          </ac:graphicFrameMkLst>
        </pc:graphicFrameChg>
        <pc:graphicFrameChg chg="add mod modGraphic">
          <ac:chgData name="Laura Fellowes" userId="ad24ae3f3b31f6f2" providerId="LiveId" clId="{F4F871EA-529A-490B-A4D9-F35205FBBD9E}" dt="2026-10-14T17:58:21.619" v="6044" actId="20577"/>
          <ac:graphicFrameMkLst>
            <pc:docMk/>
            <pc:sldMk cId="1118651180" sldId="509"/>
            <ac:graphicFrameMk id="128" creationId="{A31E5414-BF65-2406-C29C-64A7C76FE5D3}"/>
          </ac:graphicFrameMkLst>
        </pc:graphicFrameChg>
        <pc:cxnChg chg="del">
          <ac:chgData name="Laura Fellowes" userId="ad24ae3f3b31f6f2" providerId="LiveId" clId="{F4F871EA-529A-490B-A4D9-F35205FBBD9E}" dt="2026-10-14T17:45:40.241" v="5943" actId="478"/>
          <ac:cxnSpMkLst>
            <pc:docMk/>
            <pc:sldMk cId="1118651180" sldId="509"/>
            <ac:cxnSpMk id="7" creationId="{893A467C-7D7A-F124-1C63-4D2B3F596EA3}"/>
          </ac:cxnSpMkLst>
        </pc:cxnChg>
        <pc:cxnChg chg="del">
          <ac:chgData name="Laura Fellowes" userId="ad24ae3f3b31f6f2" providerId="LiveId" clId="{F4F871EA-529A-490B-A4D9-F35205FBBD9E}" dt="2026-10-14T17:45:40.241" v="5943" actId="478"/>
          <ac:cxnSpMkLst>
            <pc:docMk/>
            <pc:sldMk cId="1118651180" sldId="509"/>
            <ac:cxnSpMk id="23" creationId="{7B93256E-1626-9919-7749-B21CE6BAF834}"/>
          </ac:cxnSpMkLst>
        </pc:cxnChg>
        <pc:cxnChg chg="add mod">
          <ac:chgData name="Laura Fellowes" userId="ad24ae3f3b31f6f2" providerId="LiveId" clId="{F4F871EA-529A-490B-A4D9-F35205FBBD9E}" dt="2026-10-14T17:43:42.430" v="5904" actId="1036"/>
          <ac:cxnSpMkLst>
            <pc:docMk/>
            <pc:sldMk cId="1118651180" sldId="509"/>
            <ac:cxnSpMk id="31" creationId="{A4A13594-3E72-51D9-BC9A-662A3F6776BB}"/>
          </ac:cxnSpMkLst>
        </pc:cxnChg>
        <pc:cxnChg chg="mod">
          <ac:chgData name="Laura Fellowes" userId="ad24ae3f3b31f6f2" providerId="LiveId" clId="{F4F871EA-529A-490B-A4D9-F35205FBBD9E}" dt="2026-10-14T17:33:32.557" v="5818" actId="14100"/>
          <ac:cxnSpMkLst>
            <pc:docMk/>
            <pc:sldMk cId="1118651180" sldId="509"/>
            <ac:cxnSpMk id="32" creationId="{FBA01EDE-330E-3D60-DD80-AA893FA05B87}"/>
          </ac:cxnSpMkLst>
        </pc:cxnChg>
        <pc:cxnChg chg="mod">
          <ac:chgData name="Laura Fellowes" userId="ad24ae3f3b31f6f2" providerId="LiveId" clId="{F4F871EA-529A-490B-A4D9-F35205FBBD9E}" dt="2026-10-14T17:43:42.430" v="5904" actId="1036"/>
          <ac:cxnSpMkLst>
            <pc:docMk/>
            <pc:sldMk cId="1118651180" sldId="509"/>
            <ac:cxnSpMk id="33" creationId="{9B564359-1922-F56A-7654-EECB56FB6301}"/>
          </ac:cxnSpMkLst>
        </pc:cxnChg>
        <pc:cxnChg chg="mod">
          <ac:chgData name="Laura Fellowes" userId="ad24ae3f3b31f6f2" providerId="LiveId" clId="{F4F871EA-529A-490B-A4D9-F35205FBBD9E}" dt="2026-10-14T17:59:25.198" v="6052" actId="14100"/>
          <ac:cxnSpMkLst>
            <pc:docMk/>
            <pc:sldMk cId="1118651180" sldId="509"/>
            <ac:cxnSpMk id="41" creationId="{B0795560-CB7B-4932-CE85-BFF93EE10E16}"/>
          </ac:cxnSpMkLst>
        </pc:cxnChg>
        <pc:cxnChg chg="del">
          <ac:chgData name="Laura Fellowes" userId="ad24ae3f3b31f6f2" providerId="LiveId" clId="{F4F871EA-529A-490B-A4D9-F35205FBBD9E}" dt="2026-10-14T17:29:27.882" v="5754" actId="478"/>
          <ac:cxnSpMkLst>
            <pc:docMk/>
            <pc:sldMk cId="1118651180" sldId="509"/>
            <ac:cxnSpMk id="55" creationId="{FC00406F-003B-2D9F-593B-21D3AB1BE0CA}"/>
          </ac:cxnSpMkLst>
        </pc:cxnChg>
        <pc:cxnChg chg="add mod">
          <ac:chgData name="Laura Fellowes" userId="ad24ae3f3b31f6f2" providerId="LiveId" clId="{F4F871EA-529A-490B-A4D9-F35205FBBD9E}" dt="2026-10-14T17:30:32.937" v="5780"/>
          <ac:cxnSpMkLst>
            <pc:docMk/>
            <pc:sldMk cId="1118651180" sldId="509"/>
            <ac:cxnSpMk id="58" creationId="{7AB278A6-4E08-1B8A-931C-ECF4E8CB4585}"/>
          </ac:cxnSpMkLst>
        </pc:cxnChg>
        <pc:cxnChg chg="mod">
          <ac:chgData name="Laura Fellowes" userId="ad24ae3f3b31f6f2" providerId="LiveId" clId="{F4F871EA-529A-490B-A4D9-F35205FBBD9E}" dt="2026-10-14T17:43:42.430" v="5904" actId="1036"/>
          <ac:cxnSpMkLst>
            <pc:docMk/>
            <pc:sldMk cId="1118651180" sldId="509"/>
            <ac:cxnSpMk id="59" creationId="{B85EB895-D961-0B8E-9FAB-CE37E2F3E33B}"/>
          </ac:cxnSpMkLst>
        </pc:cxnChg>
        <pc:cxnChg chg="mod">
          <ac:chgData name="Laura Fellowes" userId="ad24ae3f3b31f6f2" providerId="LiveId" clId="{F4F871EA-529A-490B-A4D9-F35205FBBD9E}" dt="2026-10-14T17:43:42.430" v="5904" actId="1036"/>
          <ac:cxnSpMkLst>
            <pc:docMk/>
            <pc:sldMk cId="1118651180" sldId="509"/>
            <ac:cxnSpMk id="78" creationId="{0613FDCF-D547-1ACE-C146-1428F84A5AE9}"/>
          </ac:cxnSpMkLst>
        </pc:cxnChg>
        <pc:cxnChg chg="add mod">
          <ac:chgData name="Laura Fellowes" userId="ad24ae3f3b31f6f2" providerId="LiveId" clId="{F4F871EA-529A-490B-A4D9-F35205FBBD9E}" dt="2026-10-14T17:33:48.314" v="5821" actId="14100"/>
          <ac:cxnSpMkLst>
            <pc:docMk/>
            <pc:sldMk cId="1118651180" sldId="509"/>
            <ac:cxnSpMk id="79" creationId="{F85BBDFA-C24A-CE5D-B040-8C7FD085F530}"/>
          </ac:cxnSpMkLst>
        </pc:cxnChg>
        <pc:cxnChg chg="add mod">
          <ac:chgData name="Laura Fellowes" userId="ad24ae3f3b31f6f2" providerId="LiveId" clId="{F4F871EA-529A-490B-A4D9-F35205FBBD9E}" dt="2026-10-14T17:43:42.430" v="5904" actId="1036"/>
          <ac:cxnSpMkLst>
            <pc:docMk/>
            <pc:sldMk cId="1118651180" sldId="509"/>
            <ac:cxnSpMk id="85" creationId="{99CF496F-5962-002C-4B77-50E2BD1FBDB5}"/>
          </ac:cxnSpMkLst>
        </pc:cxnChg>
        <pc:cxnChg chg="mod">
          <ac:chgData name="Laura Fellowes" userId="ad24ae3f3b31f6f2" providerId="LiveId" clId="{F4F871EA-529A-490B-A4D9-F35205FBBD9E}" dt="2026-10-14T17:43:42.430" v="5904" actId="1036"/>
          <ac:cxnSpMkLst>
            <pc:docMk/>
            <pc:sldMk cId="1118651180" sldId="509"/>
            <ac:cxnSpMk id="89" creationId="{3D543AA8-AD88-8936-E933-F4346CBCF067}"/>
          </ac:cxnSpMkLst>
        </pc:cxnChg>
        <pc:cxnChg chg="add mod ord">
          <ac:chgData name="Laura Fellowes" userId="ad24ae3f3b31f6f2" providerId="LiveId" clId="{F4F871EA-529A-490B-A4D9-F35205FBBD9E}" dt="2026-10-14T17:43:18.781" v="5884" actId="167"/>
          <ac:cxnSpMkLst>
            <pc:docMk/>
            <pc:sldMk cId="1118651180" sldId="509"/>
            <ac:cxnSpMk id="91" creationId="{515D5A2D-0424-9DF9-6BCE-D7FE6EB62E5F}"/>
          </ac:cxnSpMkLst>
        </pc:cxnChg>
        <pc:cxnChg chg="mod">
          <ac:chgData name="Laura Fellowes" userId="ad24ae3f3b31f6f2" providerId="LiveId" clId="{F4F871EA-529A-490B-A4D9-F35205FBBD9E}" dt="2026-10-14T17:30:03.304" v="5777" actId="1035"/>
          <ac:cxnSpMkLst>
            <pc:docMk/>
            <pc:sldMk cId="1118651180" sldId="509"/>
            <ac:cxnSpMk id="100" creationId="{2A36A228-BCF4-C83A-EF58-1DB410171796}"/>
          </ac:cxnSpMkLst>
        </pc:cxnChg>
        <pc:cxnChg chg="add mod">
          <ac:chgData name="Laura Fellowes" userId="ad24ae3f3b31f6f2" providerId="LiveId" clId="{F4F871EA-529A-490B-A4D9-F35205FBBD9E}" dt="2026-10-14T17:41:18.194" v="5859" actId="14100"/>
          <ac:cxnSpMkLst>
            <pc:docMk/>
            <pc:sldMk cId="1118651180" sldId="509"/>
            <ac:cxnSpMk id="110" creationId="{D3725AD7-34B7-3EA6-A775-D65F27562746}"/>
          </ac:cxnSpMkLst>
        </pc:cxnChg>
        <pc:cxnChg chg="mod">
          <ac:chgData name="Laura Fellowes" userId="ad24ae3f3b31f6f2" providerId="LiveId" clId="{F4F871EA-529A-490B-A4D9-F35205FBBD9E}" dt="2026-10-14T17:30:03.304" v="5777" actId="1035"/>
          <ac:cxnSpMkLst>
            <pc:docMk/>
            <pc:sldMk cId="1118651180" sldId="509"/>
            <ac:cxnSpMk id="113" creationId="{466F2018-2D40-0B5E-CE21-D3358764F474}"/>
          </ac:cxnSpMkLst>
        </pc:cxnChg>
        <pc:cxnChg chg="mod">
          <ac:chgData name="Laura Fellowes" userId="ad24ae3f3b31f6f2" providerId="LiveId" clId="{F4F871EA-529A-490B-A4D9-F35205FBBD9E}" dt="2026-10-14T17:31:48.600" v="5809" actId="1036"/>
          <ac:cxnSpMkLst>
            <pc:docMk/>
            <pc:sldMk cId="1118651180" sldId="509"/>
            <ac:cxnSpMk id="114" creationId="{54A2DE3A-5A6C-6953-D8A6-031C7D6FC10B}"/>
          </ac:cxnSpMkLst>
        </pc:cxnChg>
        <pc:cxnChg chg="mod">
          <ac:chgData name="Laura Fellowes" userId="ad24ae3f3b31f6f2" providerId="LiveId" clId="{F4F871EA-529A-490B-A4D9-F35205FBBD9E}" dt="2026-10-14T17:30:03.304" v="5777" actId="1035"/>
          <ac:cxnSpMkLst>
            <pc:docMk/>
            <pc:sldMk cId="1118651180" sldId="509"/>
            <ac:cxnSpMk id="115" creationId="{CB510815-EFE2-A668-59F0-8B6ECD69CB81}"/>
          </ac:cxnSpMkLst>
        </pc:cxnChg>
        <pc:cxnChg chg="add mod">
          <ac:chgData name="Laura Fellowes" userId="ad24ae3f3b31f6f2" providerId="LiveId" clId="{F4F871EA-529A-490B-A4D9-F35205FBBD9E}" dt="2026-10-14T17:46:00.340" v="5944"/>
          <ac:cxnSpMkLst>
            <pc:docMk/>
            <pc:sldMk cId="1118651180" sldId="509"/>
            <ac:cxnSpMk id="133" creationId="{A2B48E11-8F80-D229-1468-86E5C7D46CD9}"/>
          </ac:cxnSpMkLst>
        </pc:cxnChg>
        <pc:cxnChg chg="add mod">
          <ac:chgData name="Laura Fellowes" userId="ad24ae3f3b31f6f2" providerId="LiveId" clId="{F4F871EA-529A-490B-A4D9-F35205FBBD9E}" dt="2026-10-14T17:46:00.340" v="5944"/>
          <ac:cxnSpMkLst>
            <pc:docMk/>
            <pc:sldMk cId="1118651180" sldId="509"/>
            <ac:cxnSpMk id="134" creationId="{5D395FFE-EA68-F61F-E872-2AF411472AE2}"/>
          </ac:cxnSpMkLst>
        </pc:cxnChg>
      </pc:sldChg>
      <pc:sldChg chg="addSp delSp modSp add mod">
        <pc:chgData name="Laura Fellowes" userId="ad24ae3f3b31f6f2" providerId="LiveId" clId="{F4F871EA-529A-490B-A4D9-F35205FBBD9E}" dt="2026-10-14T17:58:13.726" v="6040" actId="20577"/>
        <pc:sldMkLst>
          <pc:docMk/>
          <pc:sldMk cId="1959309368" sldId="510"/>
        </pc:sldMkLst>
        <pc:spChg chg="mod">
          <ac:chgData name="Laura Fellowes" userId="ad24ae3f3b31f6f2" providerId="LiveId" clId="{F4F871EA-529A-490B-A4D9-F35205FBBD9E}" dt="2026-10-14T16:27:46.178" v="4910" actId="165"/>
          <ac:spMkLst>
            <pc:docMk/>
            <pc:sldMk cId="1959309368" sldId="510"/>
            <ac:spMk id="9" creationId="{88F9F4DC-610A-62C0-9E67-1430FB478E95}"/>
          </ac:spMkLst>
        </pc:spChg>
        <pc:spChg chg="mod">
          <ac:chgData name="Laura Fellowes" userId="ad24ae3f3b31f6f2" providerId="LiveId" clId="{F4F871EA-529A-490B-A4D9-F35205FBBD9E}" dt="2026-10-14T16:27:46.178" v="4910" actId="165"/>
          <ac:spMkLst>
            <pc:docMk/>
            <pc:sldMk cId="1959309368" sldId="510"/>
            <ac:spMk id="11" creationId="{9F9EE2F2-7B2F-7C09-2887-1477CF17ACCC}"/>
          </ac:spMkLst>
        </pc:spChg>
        <pc:spChg chg="mod topLvl">
          <ac:chgData name="Laura Fellowes" userId="ad24ae3f3b31f6f2" providerId="LiveId" clId="{F4F871EA-529A-490B-A4D9-F35205FBBD9E}" dt="2026-10-14T16:44:01.685" v="5209" actId="14100"/>
          <ac:spMkLst>
            <pc:docMk/>
            <pc:sldMk cId="1959309368" sldId="510"/>
            <ac:spMk id="14" creationId="{77359796-F98C-5ADF-1069-043F76AF58DD}"/>
          </ac:spMkLst>
        </pc:spChg>
        <pc:spChg chg="mod">
          <ac:chgData name="Laura Fellowes" userId="ad24ae3f3b31f6f2" providerId="LiveId" clId="{F4F871EA-529A-490B-A4D9-F35205FBBD9E}" dt="2026-10-14T16:27:46.178" v="4910" actId="165"/>
          <ac:spMkLst>
            <pc:docMk/>
            <pc:sldMk cId="1959309368" sldId="510"/>
            <ac:spMk id="15" creationId="{E7276DBA-8652-2561-D55B-D33712B2A4F1}"/>
          </ac:spMkLst>
        </pc:spChg>
        <pc:spChg chg="mod">
          <ac:chgData name="Laura Fellowes" userId="ad24ae3f3b31f6f2" providerId="LiveId" clId="{F4F871EA-529A-490B-A4D9-F35205FBBD9E}" dt="2026-10-14T17:04:14.661" v="5414" actId="947"/>
          <ac:spMkLst>
            <pc:docMk/>
            <pc:sldMk cId="1959309368" sldId="510"/>
            <ac:spMk id="20" creationId="{309D93E3-E880-567E-170E-8C71AEC18E5A}"/>
          </ac:spMkLst>
        </pc:spChg>
        <pc:spChg chg="add mod">
          <ac:chgData name="Laura Fellowes" userId="ad24ae3f3b31f6f2" providerId="LiveId" clId="{F4F871EA-529A-490B-A4D9-F35205FBBD9E}" dt="2026-10-14T16:38:00.117" v="5122" actId="1038"/>
          <ac:spMkLst>
            <pc:docMk/>
            <pc:sldMk cId="1959309368" sldId="510"/>
            <ac:spMk id="22" creationId="{81910DA7-C633-9002-D850-330B05F2F20A}"/>
          </ac:spMkLst>
        </pc:spChg>
        <pc:spChg chg="mod">
          <ac:chgData name="Laura Fellowes" userId="ad24ae3f3b31f6f2" providerId="LiveId" clId="{F4F871EA-529A-490B-A4D9-F35205FBBD9E}" dt="2026-10-14T16:41:40.276" v="5208" actId="1076"/>
          <ac:spMkLst>
            <pc:docMk/>
            <pc:sldMk cId="1959309368" sldId="510"/>
            <ac:spMk id="27" creationId="{E8080C41-BAAE-CC0D-E093-EFF0DA44630D}"/>
          </ac:spMkLst>
        </pc:spChg>
        <pc:spChg chg="add mod">
          <ac:chgData name="Laura Fellowes" userId="ad24ae3f3b31f6f2" providerId="LiveId" clId="{F4F871EA-529A-490B-A4D9-F35205FBBD9E}" dt="2026-10-14T17:57:44.669" v="6031" actId="20577"/>
          <ac:spMkLst>
            <pc:docMk/>
            <pc:sldMk cId="1959309368" sldId="510"/>
            <ac:spMk id="29" creationId="{295A12FD-7C50-F5D3-461E-6F818597CCB9}"/>
          </ac:spMkLst>
        </pc:spChg>
        <pc:spChg chg="mod">
          <ac:chgData name="Laura Fellowes" userId="ad24ae3f3b31f6f2" providerId="LiveId" clId="{F4F871EA-529A-490B-A4D9-F35205FBBD9E}" dt="2026-10-14T16:28:52.992" v="4932" actId="1076"/>
          <ac:spMkLst>
            <pc:docMk/>
            <pc:sldMk cId="1959309368" sldId="510"/>
            <ac:spMk id="35" creationId="{B29BFBE8-33BF-45CF-2CB5-874D9BF0A9D4}"/>
          </ac:spMkLst>
        </pc:spChg>
        <pc:spChg chg="mod topLvl">
          <ac:chgData name="Laura Fellowes" userId="ad24ae3f3b31f6f2" providerId="LiveId" clId="{F4F871EA-529A-490B-A4D9-F35205FBBD9E}" dt="2026-10-14T16:39:50.622" v="5169" actId="1076"/>
          <ac:spMkLst>
            <pc:docMk/>
            <pc:sldMk cId="1959309368" sldId="510"/>
            <ac:spMk id="36" creationId="{391CE8D0-C8A2-63EE-E107-118B8A1A7C9F}"/>
          </ac:spMkLst>
        </pc:spChg>
        <pc:spChg chg="add mod">
          <ac:chgData name="Laura Fellowes" userId="ad24ae3f3b31f6f2" providerId="LiveId" clId="{F4F871EA-529A-490B-A4D9-F35205FBBD9E}" dt="2026-10-14T16:40:55.257" v="5191" actId="1076"/>
          <ac:spMkLst>
            <pc:docMk/>
            <pc:sldMk cId="1959309368" sldId="510"/>
            <ac:spMk id="44" creationId="{527783A7-3A1C-441C-4E28-E7B51031DD61}"/>
          </ac:spMkLst>
        </pc:spChg>
        <pc:spChg chg="mod">
          <ac:chgData name="Laura Fellowes" userId="ad24ae3f3b31f6f2" providerId="LiveId" clId="{F4F871EA-529A-490B-A4D9-F35205FBBD9E}" dt="2026-10-14T16:14:13.276" v="4560" actId="1037"/>
          <ac:spMkLst>
            <pc:docMk/>
            <pc:sldMk cId="1959309368" sldId="510"/>
            <ac:spMk id="47" creationId="{AF3ED290-28A0-9CA8-BCA7-38FCED16CA68}"/>
          </ac:spMkLst>
        </pc:spChg>
        <pc:spChg chg="mod">
          <ac:chgData name="Laura Fellowes" userId="ad24ae3f3b31f6f2" providerId="LiveId" clId="{F4F871EA-529A-490B-A4D9-F35205FBBD9E}" dt="2026-10-14T16:17:52.052" v="4666" actId="1038"/>
          <ac:spMkLst>
            <pc:docMk/>
            <pc:sldMk cId="1959309368" sldId="510"/>
            <ac:spMk id="48" creationId="{37989DA1-8541-BE29-1E6C-DA1114A92DD7}"/>
          </ac:spMkLst>
        </pc:spChg>
        <pc:spChg chg="mod topLvl">
          <ac:chgData name="Laura Fellowes" userId="ad24ae3f3b31f6f2" providerId="LiveId" clId="{F4F871EA-529A-490B-A4D9-F35205FBBD9E}" dt="2026-10-14T16:27:46.178" v="4910" actId="165"/>
          <ac:spMkLst>
            <pc:docMk/>
            <pc:sldMk cId="1959309368" sldId="510"/>
            <ac:spMk id="52" creationId="{8517A6E6-A31C-DE5C-EB92-4336283444DC}"/>
          </ac:spMkLst>
        </pc:spChg>
        <pc:spChg chg="mod">
          <ac:chgData name="Laura Fellowes" userId="ad24ae3f3b31f6f2" providerId="LiveId" clId="{F4F871EA-529A-490B-A4D9-F35205FBBD9E}" dt="2026-10-14T17:12:28.984" v="5511" actId="1076"/>
          <ac:spMkLst>
            <pc:docMk/>
            <pc:sldMk cId="1959309368" sldId="510"/>
            <ac:spMk id="53" creationId="{10D5DCDC-CBC8-74A7-4699-9072F7034F5F}"/>
          </ac:spMkLst>
        </pc:spChg>
        <pc:spChg chg="mod topLvl">
          <ac:chgData name="Laura Fellowes" userId="ad24ae3f3b31f6f2" providerId="LiveId" clId="{F4F871EA-529A-490B-A4D9-F35205FBBD9E}" dt="2026-10-14T16:27:46.178" v="4910" actId="165"/>
          <ac:spMkLst>
            <pc:docMk/>
            <pc:sldMk cId="1959309368" sldId="510"/>
            <ac:spMk id="69" creationId="{DD91E3FA-010B-E0F6-5B9A-EEE9998A1E3A}"/>
          </ac:spMkLst>
        </pc:spChg>
        <pc:spChg chg="mod">
          <ac:chgData name="Laura Fellowes" userId="ad24ae3f3b31f6f2" providerId="LiveId" clId="{F4F871EA-529A-490B-A4D9-F35205FBBD9E}" dt="2026-10-14T16:41:15.024" v="5194" actId="1076"/>
          <ac:spMkLst>
            <pc:docMk/>
            <pc:sldMk cId="1959309368" sldId="510"/>
            <ac:spMk id="72" creationId="{1E372F78-EDD7-CDCB-98A9-A91E5553E270}"/>
          </ac:spMkLst>
        </pc:spChg>
        <pc:spChg chg="mod">
          <ac:chgData name="Laura Fellowes" userId="ad24ae3f3b31f6f2" providerId="LiveId" clId="{F4F871EA-529A-490B-A4D9-F35205FBBD9E}" dt="2026-10-14T17:07:42.297" v="5434" actId="1076"/>
          <ac:spMkLst>
            <pc:docMk/>
            <pc:sldMk cId="1959309368" sldId="510"/>
            <ac:spMk id="74" creationId="{9CCD99B4-D52B-F6DF-CBA2-5F645444472D}"/>
          </ac:spMkLst>
        </pc:spChg>
        <pc:spChg chg="mod topLvl">
          <ac:chgData name="Laura Fellowes" userId="ad24ae3f3b31f6f2" providerId="LiveId" clId="{F4F871EA-529A-490B-A4D9-F35205FBBD9E}" dt="2026-10-14T16:27:57.930" v="4913" actId="1076"/>
          <ac:spMkLst>
            <pc:docMk/>
            <pc:sldMk cId="1959309368" sldId="510"/>
            <ac:spMk id="80" creationId="{527F86B9-FD42-7AAC-1178-16149904BD3A}"/>
          </ac:spMkLst>
        </pc:spChg>
        <pc:spChg chg="add mod">
          <ac:chgData name="Laura Fellowes" userId="ad24ae3f3b31f6f2" providerId="LiveId" clId="{F4F871EA-529A-490B-A4D9-F35205FBBD9E}" dt="2026-10-14T16:41:34.490" v="5207" actId="1076"/>
          <ac:spMkLst>
            <pc:docMk/>
            <pc:sldMk cId="1959309368" sldId="510"/>
            <ac:spMk id="83" creationId="{96E1FFCD-8E31-3474-0F5F-7DAB371D2908}"/>
          </ac:spMkLst>
        </pc:spChg>
        <pc:spChg chg="add del">
          <ac:chgData name="Laura Fellowes" userId="ad24ae3f3b31f6f2" providerId="LiveId" clId="{F4F871EA-529A-490B-A4D9-F35205FBBD9E}" dt="2026-10-14T16:27:14.678" v="4907" actId="478"/>
          <ac:spMkLst>
            <pc:docMk/>
            <pc:sldMk cId="1959309368" sldId="510"/>
            <ac:spMk id="85" creationId="{9439C333-09CA-E448-6E06-4021156F89CD}"/>
          </ac:spMkLst>
        </pc:spChg>
        <pc:spChg chg="add mod">
          <ac:chgData name="Laura Fellowes" userId="ad24ae3f3b31f6f2" providerId="LiveId" clId="{F4F871EA-529A-490B-A4D9-F35205FBBD9E}" dt="2026-10-14T16:41:22.482" v="5206" actId="1038"/>
          <ac:spMkLst>
            <pc:docMk/>
            <pc:sldMk cId="1959309368" sldId="510"/>
            <ac:spMk id="87" creationId="{CBF81F32-8B3E-B694-3A6A-5A77F4C56950}"/>
          </ac:spMkLst>
        </pc:spChg>
        <pc:spChg chg="mod">
          <ac:chgData name="Laura Fellowes" userId="ad24ae3f3b31f6f2" providerId="LiveId" clId="{F4F871EA-529A-490B-A4D9-F35205FBBD9E}" dt="2026-10-14T16:36:15.329" v="5020" actId="1036"/>
          <ac:spMkLst>
            <pc:docMk/>
            <pc:sldMk cId="1959309368" sldId="510"/>
            <ac:spMk id="93" creationId="{77054DBC-CAA1-C5EF-5E11-E315CB5B1395}"/>
          </ac:spMkLst>
        </pc:spChg>
        <pc:spChg chg="mod">
          <ac:chgData name="Laura Fellowes" userId="ad24ae3f3b31f6f2" providerId="LiveId" clId="{F4F871EA-529A-490B-A4D9-F35205FBBD9E}" dt="2026-10-14T16:36:15.329" v="5020" actId="1036"/>
          <ac:spMkLst>
            <pc:docMk/>
            <pc:sldMk cId="1959309368" sldId="510"/>
            <ac:spMk id="94" creationId="{32E6D375-889A-A6B0-876B-445B8F4B3E83}"/>
          </ac:spMkLst>
        </pc:spChg>
        <pc:spChg chg="mod">
          <ac:chgData name="Laura Fellowes" userId="ad24ae3f3b31f6f2" providerId="LiveId" clId="{F4F871EA-529A-490B-A4D9-F35205FBBD9E}" dt="2026-10-14T16:36:15.329" v="5020" actId="1036"/>
          <ac:spMkLst>
            <pc:docMk/>
            <pc:sldMk cId="1959309368" sldId="510"/>
            <ac:spMk id="95" creationId="{7DE41129-CB8B-9B4C-9691-319D3221A35D}"/>
          </ac:spMkLst>
        </pc:spChg>
        <pc:spChg chg="mod">
          <ac:chgData name="Laura Fellowes" userId="ad24ae3f3b31f6f2" providerId="LiveId" clId="{F4F871EA-529A-490B-A4D9-F35205FBBD9E}" dt="2026-10-14T16:36:15.329" v="5020" actId="1036"/>
          <ac:spMkLst>
            <pc:docMk/>
            <pc:sldMk cId="1959309368" sldId="510"/>
            <ac:spMk id="96" creationId="{0A5DED6E-CD6F-85E5-C915-FF2D41E5FF6B}"/>
          </ac:spMkLst>
        </pc:spChg>
        <pc:spChg chg="add mod">
          <ac:chgData name="Laura Fellowes" userId="ad24ae3f3b31f6f2" providerId="LiveId" clId="{F4F871EA-529A-490B-A4D9-F35205FBBD9E}" dt="2026-10-14T17:57:36.981" v="6029" actId="20577"/>
          <ac:spMkLst>
            <pc:docMk/>
            <pc:sldMk cId="1959309368" sldId="510"/>
            <ac:spMk id="98" creationId="{9C182CC5-B8A2-6697-36A7-6B4A823CF6B8}"/>
          </ac:spMkLst>
        </pc:spChg>
        <pc:spChg chg="mod">
          <ac:chgData name="Laura Fellowes" userId="ad24ae3f3b31f6f2" providerId="LiveId" clId="{F4F871EA-529A-490B-A4D9-F35205FBBD9E}" dt="2026-10-14T17:08:11.213" v="5436" actId="1076"/>
          <ac:spMkLst>
            <pc:docMk/>
            <pc:sldMk cId="1959309368" sldId="510"/>
            <ac:spMk id="99" creationId="{933A04F9-659A-93DB-3E77-F0D1C9B58D13}"/>
          </ac:spMkLst>
        </pc:spChg>
        <pc:spChg chg="mod">
          <ac:chgData name="Laura Fellowes" userId="ad24ae3f3b31f6f2" providerId="LiveId" clId="{F4F871EA-529A-490B-A4D9-F35205FBBD9E}" dt="2026-10-14T17:08:35.492" v="5452" actId="1037"/>
          <ac:spMkLst>
            <pc:docMk/>
            <pc:sldMk cId="1959309368" sldId="510"/>
            <ac:spMk id="106" creationId="{31683F64-63D1-E7FE-4E8B-F7114E5E1ED5}"/>
          </ac:spMkLst>
        </pc:spChg>
        <pc:spChg chg="mod">
          <ac:chgData name="Laura Fellowes" userId="ad24ae3f3b31f6f2" providerId="LiveId" clId="{F4F871EA-529A-490B-A4D9-F35205FBBD9E}" dt="2026-10-14T17:08:42.512" v="5460" actId="1038"/>
          <ac:spMkLst>
            <pc:docMk/>
            <pc:sldMk cId="1959309368" sldId="510"/>
            <ac:spMk id="107" creationId="{2F6990FF-772E-4E02-37E6-60BBFD2059BE}"/>
          </ac:spMkLst>
        </pc:spChg>
        <pc:spChg chg="mod">
          <ac:chgData name="Laura Fellowes" userId="ad24ae3f3b31f6f2" providerId="LiveId" clId="{F4F871EA-529A-490B-A4D9-F35205FBBD9E}" dt="2026-10-14T17:08:48.782" v="5470" actId="1038"/>
          <ac:spMkLst>
            <pc:docMk/>
            <pc:sldMk cId="1959309368" sldId="510"/>
            <ac:spMk id="108" creationId="{101C1A24-BAD5-1346-2D36-8000C257744E}"/>
          </ac:spMkLst>
        </pc:spChg>
        <pc:spChg chg="add del mod">
          <ac:chgData name="Laura Fellowes" userId="ad24ae3f3b31f6f2" providerId="LiveId" clId="{F4F871EA-529A-490B-A4D9-F35205FBBD9E}" dt="2026-10-14T16:17:20.124" v="4615" actId="478"/>
          <ac:spMkLst>
            <pc:docMk/>
            <pc:sldMk cId="1959309368" sldId="510"/>
            <ac:spMk id="117" creationId="{6B0F5E14-6744-94FA-79BD-71E1B4B48F9E}"/>
          </ac:spMkLst>
        </pc:spChg>
        <pc:spChg chg="add del mod">
          <ac:chgData name="Laura Fellowes" userId="ad24ae3f3b31f6f2" providerId="LiveId" clId="{F4F871EA-529A-490B-A4D9-F35205FBBD9E}" dt="2026-10-14T16:17:20.124" v="4615" actId="478"/>
          <ac:spMkLst>
            <pc:docMk/>
            <pc:sldMk cId="1959309368" sldId="510"/>
            <ac:spMk id="118" creationId="{8523920D-6D66-3AE2-A14F-22F64F5EEED6}"/>
          </ac:spMkLst>
        </pc:spChg>
        <pc:spChg chg="mod">
          <ac:chgData name="Laura Fellowes" userId="ad24ae3f3b31f6f2" providerId="LiveId" clId="{F4F871EA-529A-490B-A4D9-F35205FBBD9E}" dt="2026-10-14T16:49:57.130" v="5220" actId="1076"/>
          <ac:spMkLst>
            <pc:docMk/>
            <pc:sldMk cId="1959309368" sldId="510"/>
            <ac:spMk id="120" creationId="{E02ECC37-9185-7C49-E46F-89C40EDA0231}"/>
          </ac:spMkLst>
        </pc:spChg>
        <pc:spChg chg="add mod">
          <ac:chgData name="Laura Fellowes" userId="ad24ae3f3b31f6f2" providerId="LiveId" clId="{F4F871EA-529A-490B-A4D9-F35205FBBD9E}" dt="2026-10-14T16:28:41.774" v="4931" actId="1037"/>
          <ac:spMkLst>
            <pc:docMk/>
            <pc:sldMk cId="1959309368" sldId="510"/>
            <ac:spMk id="127" creationId="{7F991A16-C225-22AE-D5D2-4E50F9B1B11F}"/>
          </ac:spMkLst>
        </pc:spChg>
        <pc:spChg chg="add mod">
          <ac:chgData name="Laura Fellowes" userId="ad24ae3f3b31f6f2" providerId="LiveId" clId="{F4F871EA-529A-490B-A4D9-F35205FBBD9E}" dt="2026-10-14T17:57:50.008" v="6033" actId="20577"/>
          <ac:spMkLst>
            <pc:docMk/>
            <pc:sldMk cId="1959309368" sldId="510"/>
            <ac:spMk id="130" creationId="{B3C98149-9835-0AA3-F744-752A2662DE04}"/>
          </ac:spMkLst>
        </pc:spChg>
        <pc:spChg chg="mod topLvl">
          <ac:chgData name="Laura Fellowes" userId="ad24ae3f3b31f6f2" providerId="LiveId" clId="{F4F871EA-529A-490B-A4D9-F35205FBBD9E}" dt="2026-10-14T17:06:01.987" v="5426" actId="1076"/>
          <ac:spMkLst>
            <pc:docMk/>
            <pc:sldMk cId="1959309368" sldId="510"/>
            <ac:spMk id="139" creationId="{19660C07-4490-33B8-5639-73D9D943C233}"/>
          </ac:spMkLst>
        </pc:spChg>
        <pc:spChg chg="mod topLvl">
          <ac:chgData name="Laura Fellowes" userId="ad24ae3f3b31f6f2" providerId="LiveId" clId="{F4F871EA-529A-490B-A4D9-F35205FBBD9E}" dt="2026-10-14T17:06:21.921" v="5427" actId="1076"/>
          <ac:spMkLst>
            <pc:docMk/>
            <pc:sldMk cId="1959309368" sldId="510"/>
            <ac:spMk id="140" creationId="{CA8DE1F9-C013-33D3-2119-B2738FDDB785}"/>
          </ac:spMkLst>
        </pc:spChg>
        <pc:spChg chg="mod">
          <ac:chgData name="Laura Fellowes" userId="ad24ae3f3b31f6f2" providerId="LiveId" clId="{F4F871EA-529A-490B-A4D9-F35205FBBD9E}" dt="2026-10-14T17:06:30.142" v="5428" actId="1076"/>
          <ac:spMkLst>
            <pc:docMk/>
            <pc:sldMk cId="1959309368" sldId="510"/>
            <ac:spMk id="141" creationId="{4BC7D6D2-2895-01AD-79CD-D0CCC29F09EA}"/>
          </ac:spMkLst>
        </pc:spChg>
        <pc:spChg chg="mod">
          <ac:chgData name="Laura Fellowes" userId="ad24ae3f3b31f6f2" providerId="LiveId" clId="{F4F871EA-529A-490B-A4D9-F35205FBBD9E}" dt="2026-10-14T17:06:40.911" v="5429" actId="1076"/>
          <ac:spMkLst>
            <pc:docMk/>
            <pc:sldMk cId="1959309368" sldId="510"/>
            <ac:spMk id="142" creationId="{B281DAC5-8BC5-C6A1-24B0-D683D549D1C1}"/>
          </ac:spMkLst>
        </pc:spChg>
        <pc:spChg chg="add mod">
          <ac:chgData name="Laura Fellowes" userId="ad24ae3f3b31f6f2" providerId="LiveId" clId="{F4F871EA-529A-490B-A4D9-F35205FBBD9E}" dt="2026-10-14T16:30:38.179" v="4941" actId="1076"/>
          <ac:spMkLst>
            <pc:docMk/>
            <pc:sldMk cId="1959309368" sldId="510"/>
            <ac:spMk id="143" creationId="{AA7F2B31-20D8-A0E3-92CE-1F73E309383D}"/>
          </ac:spMkLst>
        </pc:spChg>
        <pc:spChg chg="add mod">
          <ac:chgData name="Laura Fellowes" userId="ad24ae3f3b31f6f2" providerId="LiveId" clId="{F4F871EA-529A-490B-A4D9-F35205FBBD9E}" dt="2026-10-14T17:07:36.098" v="5433" actId="1076"/>
          <ac:spMkLst>
            <pc:docMk/>
            <pc:sldMk cId="1959309368" sldId="510"/>
            <ac:spMk id="151" creationId="{EDC85644-0DBE-143B-A49B-A1143DF8FEBA}"/>
          </ac:spMkLst>
        </pc:spChg>
        <pc:spChg chg="add mod">
          <ac:chgData name="Laura Fellowes" userId="ad24ae3f3b31f6f2" providerId="LiveId" clId="{F4F871EA-529A-490B-A4D9-F35205FBBD9E}" dt="2026-10-14T17:07:59.845" v="5435" actId="1076"/>
          <ac:spMkLst>
            <pc:docMk/>
            <pc:sldMk cId="1959309368" sldId="510"/>
            <ac:spMk id="156" creationId="{CA5E03E7-243D-38CC-C077-1CF5D8E9E3D6}"/>
          </ac:spMkLst>
        </pc:spChg>
        <pc:spChg chg="add mod">
          <ac:chgData name="Laura Fellowes" userId="ad24ae3f3b31f6f2" providerId="LiveId" clId="{F4F871EA-529A-490B-A4D9-F35205FBBD9E}" dt="2026-10-14T17:07:08.464" v="5431" actId="1076"/>
          <ac:spMkLst>
            <pc:docMk/>
            <pc:sldMk cId="1959309368" sldId="510"/>
            <ac:spMk id="162" creationId="{8E69E52A-AD61-86BE-BC30-8D8C09078397}"/>
          </ac:spMkLst>
        </pc:spChg>
        <pc:spChg chg="add mod">
          <ac:chgData name="Laura Fellowes" userId="ad24ae3f3b31f6f2" providerId="LiveId" clId="{F4F871EA-529A-490B-A4D9-F35205FBBD9E}" dt="2026-10-14T16:36:56.972" v="5026" actId="571"/>
          <ac:spMkLst>
            <pc:docMk/>
            <pc:sldMk cId="1959309368" sldId="510"/>
            <ac:spMk id="163" creationId="{D1CAF0CA-C357-CD26-8429-68F14720AB2C}"/>
          </ac:spMkLst>
        </pc:spChg>
        <pc:spChg chg="mod">
          <ac:chgData name="Laura Fellowes" userId="ad24ae3f3b31f6f2" providerId="LiveId" clId="{F4F871EA-529A-490B-A4D9-F35205FBBD9E}" dt="2026-10-14T16:36:56.972" v="5026" actId="571"/>
          <ac:spMkLst>
            <pc:docMk/>
            <pc:sldMk cId="1959309368" sldId="510"/>
            <ac:spMk id="165" creationId="{5E2C8819-8604-ABD3-B734-F9DDE32FD2E6}"/>
          </ac:spMkLst>
        </pc:spChg>
        <pc:spChg chg="mod">
          <ac:chgData name="Laura Fellowes" userId="ad24ae3f3b31f6f2" providerId="LiveId" clId="{F4F871EA-529A-490B-A4D9-F35205FBBD9E}" dt="2026-10-14T16:36:56.972" v="5026" actId="571"/>
          <ac:spMkLst>
            <pc:docMk/>
            <pc:sldMk cId="1959309368" sldId="510"/>
            <ac:spMk id="166" creationId="{5E53706D-4914-50FA-57DD-B3663368D55C}"/>
          </ac:spMkLst>
        </pc:spChg>
        <pc:spChg chg="add mod">
          <ac:chgData name="Laura Fellowes" userId="ad24ae3f3b31f6f2" providerId="LiveId" clId="{F4F871EA-529A-490B-A4D9-F35205FBBD9E}" dt="2026-10-14T16:36:56.972" v="5026" actId="571"/>
          <ac:spMkLst>
            <pc:docMk/>
            <pc:sldMk cId="1959309368" sldId="510"/>
            <ac:spMk id="167" creationId="{BC7D07C0-377B-6C1A-BE08-5FA33147EF72}"/>
          </ac:spMkLst>
        </pc:spChg>
        <pc:spChg chg="add mod">
          <ac:chgData name="Laura Fellowes" userId="ad24ae3f3b31f6f2" providerId="LiveId" clId="{F4F871EA-529A-490B-A4D9-F35205FBBD9E}" dt="2026-10-14T16:36:56.972" v="5026" actId="571"/>
          <ac:spMkLst>
            <pc:docMk/>
            <pc:sldMk cId="1959309368" sldId="510"/>
            <ac:spMk id="168" creationId="{22546959-B493-A2E5-BBA4-76EA6BA4BFD2}"/>
          </ac:spMkLst>
        </pc:spChg>
        <pc:spChg chg="add mod">
          <ac:chgData name="Laura Fellowes" userId="ad24ae3f3b31f6f2" providerId="LiveId" clId="{F4F871EA-529A-490B-A4D9-F35205FBBD9E}" dt="2026-10-14T16:36:56.972" v="5026" actId="571"/>
          <ac:spMkLst>
            <pc:docMk/>
            <pc:sldMk cId="1959309368" sldId="510"/>
            <ac:spMk id="170" creationId="{1AF064D0-1D19-F139-849E-96D5218F0DF8}"/>
          </ac:spMkLst>
        </pc:spChg>
        <pc:spChg chg="add mod">
          <ac:chgData name="Laura Fellowes" userId="ad24ae3f3b31f6f2" providerId="LiveId" clId="{F4F871EA-529A-490B-A4D9-F35205FBBD9E}" dt="2026-10-14T16:36:56.972" v="5026" actId="571"/>
          <ac:spMkLst>
            <pc:docMk/>
            <pc:sldMk cId="1959309368" sldId="510"/>
            <ac:spMk id="171" creationId="{5A4B6AA7-F136-A3C5-EEBC-218AEE272A03}"/>
          </ac:spMkLst>
        </pc:spChg>
        <pc:spChg chg="add mod">
          <ac:chgData name="Laura Fellowes" userId="ad24ae3f3b31f6f2" providerId="LiveId" clId="{F4F871EA-529A-490B-A4D9-F35205FBBD9E}" dt="2026-10-14T16:50:34.786" v="5226" actId="20577"/>
          <ac:spMkLst>
            <pc:docMk/>
            <pc:sldMk cId="1959309368" sldId="510"/>
            <ac:spMk id="188" creationId="{4DE4D075-5095-17AB-0488-765E974D39E6}"/>
          </ac:spMkLst>
        </pc:spChg>
        <pc:spChg chg="mod">
          <ac:chgData name="Laura Fellowes" userId="ad24ae3f3b31f6f2" providerId="LiveId" clId="{F4F871EA-529A-490B-A4D9-F35205FBBD9E}" dt="2026-10-14T17:11:41.721" v="5480" actId="571"/>
          <ac:spMkLst>
            <pc:docMk/>
            <pc:sldMk cId="1959309368" sldId="510"/>
            <ac:spMk id="194" creationId="{8BBDE3C7-561D-E594-D7ED-67A9F2355A36}"/>
          </ac:spMkLst>
        </pc:spChg>
        <pc:spChg chg="mod">
          <ac:chgData name="Laura Fellowes" userId="ad24ae3f3b31f6f2" providerId="LiveId" clId="{F4F871EA-529A-490B-A4D9-F35205FBBD9E}" dt="2026-10-14T17:11:41.721" v="5480" actId="571"/>
          <ac:spMkLst>
            <pc:docMk/>
            <pc:sldMk cId="1959309368" sldId="510"/>
            <ac:spMk id="195" creationId="{0C694BDF-B16C-A4E9-DDA5-CD30EE506E09}"/>
          </ac:spMkLst>
        </pc:spChg>
        <pc:spChg chg="mod">
          <ac:chgData name="Laura Fellowes" userId="ad24ae3f3b31f6f2" providerId="LiveId" clId="{F4F871EA-529A-490B-A4D9-F35205FBBD9E}" dt="2026-10-14T17:11:41.721" v="5480" actId="571"/>
          <ac:spMkLst>
            <pc:docMk/>
            <pc:sldMk cId="1959309368" sldId="510"/>
            <ac:spMk id="197" creationId="{2944A3AC-CE1C-782E-F8C2-EB5EBA4D8896}"/>
          </ac:spMkLst>
        </pc:spChg>
        <pc:spChg chg="mod">
          <ac:chgData name="Laura Fellowes" userId="ad24ae3f3b31f6f2" providerId="LiveId" clId="{F4F871EA-529A-490B-A4D9-F35205FBBD9E}" dt="2026-10-14T17:11:41.721" v="5480" actId="571"/>
          <ac:spMkLst>
            <pc:docMk/>
            <pc:sldMk cId="1959309368" sldId="510"/>
            <ac:spMk id="198" creationId="{9D6991C9-ACA2-F37F-1526-7FB1DDBE3A8D}"/>
          </ac:spMkLst>
        </pc:spChg>
        <pc:grpChg chg="mod">
          <ac:chgData name="Laura Fellowes" userId="ad24ae3f3b31f6f2" providerId="LiveId" clId="{F4F871EA-529A-490B-A4D9-F35205FBBD9E}" dt="2026-10-14T16:38:15.144" v="5158" actId="1038"/>
          <ac:grpSpMkLst>
            <pc:docMk/>
            <pc:sldMk cId="1959309368" sldId="510"/>
            <ac:grpSpMk id="45" creationId="{3B768649-6230-8AC9-C791-8CDDACB1C398}"/>
          </ac:grpSpMkLst>
        </pc:grpChg>
        <pc:grpChg chg="mod">
          <ac:chgData name="Laura Fellowes" userId="ad24ae3f3b31f6f2" providerId="LiveId" clId="{F4F871EA-529A-490B-A4D9-F35205FBBD9E}" dt="2026-10-14T17:11:54.125" v="5507" actId="1035"/>
          <ac:grpSpMkLst>
            <pc:docMk/>
            <pc:sldMk cId="1959309368" sldId="510"/>
            <ac:grpSpMk id="67" creationId="{A47A1091-3175-6D1B-BE76-D26668972067}"/>
          </ac:grpSpMkLst>
        </pc:grpChg>
        <pc:grpChg chg="mod">
          <ac:chgData name="Laura Fellowes" userId="ad24ae3f3b31f6f2" providerId="LiveId" clId="{F4F871EA-529A-490B-A4D9-F35205FBBD9E}" dt="2026-10-14T17:11:54.125" v="5507" actId="1035"/>
          <ac:grpSpMkLst>
            <pc:docMk/>
            <pc:sldMk cId="1959309368" sldId="510"/>
            <ac:grpSpMk id="68" creationId="{EE51E105-3729-4933-1E7A-4EF771CAF07D}"/>
          </ac:grpSpMkLst>
        </pc:grpChg>
        <pc:grpChg chg="mod">
          <ac:chgData name="Laura Fellowes" userId="ad24ae3f3b31f6f2" providerId="LiveId" clId="{F4F871EA-529A-490B-A4D9-F35205FBBD9E}" dt="2026-10-14T17:11:54.125" v="5507" actId="1035"/>
          <ac:grpSpMkLst>
            <pc:docMk/>
            <pc:sldMk cId="1959309368" sldId="510"/>
            <ac:grpSpMk id="70" creationId="{C54A8C17-9BB5-6EF2-9E75-58A25FED0920}"/>
          </ac:grpSpMkLst>
        </pc:grpChg>
        <pc:grpChg chg="mod">
          <ac:chgData name="Laura Fellowes" userId="ad24ae3f3b31f6f2" providerId="LiveId" clId="{F4F871EA-529A-490B-A4D9-F35205FBBD9E}" dt="2026-10-14T16:27:22.466" v="4909" actId="14100"/>
          <ac:grpSpMkLst>
            <pc:docMk/>
            <pc:sldMk cId="1959309368" sldId="510"/>
            <ac:grpSpMk id="121" creationId="{351714F5-76E8-D778-5115-8AE576A50652}"/>
          </ac:grpSpMkLst>
        </pc:grpChg>
        <pc:grpChg chg="add mod">
          <ac:chgData name="Laura Fellowes" userId="ad24ae3f3b31f6f2" providerId="LiveId" clId="{F4F871EA-529A-490B-A4D9-F35205FBBD9E}" dt="2026-10-14T16:36:56.972" v="5026" actId="571"/>
          <ac:grpSpMkLst>
            <pc:docMk/>
            <pc:sldMk cId="1959309368" sldId="510"/>
            <ac:grpSpMk id="164" creationId="{9A971618-CBEB-3314-0788-F9725B86991C}"/>
          </ac:grpSpMkLst>
        </pc:grpChg>
        <pc:grpChg chg="add mod">
          <ac:chgData name="Laura Fellowes" userId="ad24ae3f3b31f6f2" providerId="LiveId" clId="{F4F871EA-529A-490B-A4D9-F35205FBBD9E}" dt="2026-10-14T17:11:41.721" v="5480" actId="571"/>
          <ac:grpSpMkLst>
            <pc:docMk/>
            <pc:sldMk cId="1959309368" sldId="510"/>
            <ac:grpSpMk id="193" creationId="{9C47096A-59DD-FA4F-352F-CCF75CCC7FB6}"/>
          </ac:grpSpMkLst>
        </pc:grpChg>
        <pc:grpChg chg="add mod">
          <ac:chgData name="Laura Fellowes" userId="ad24ae3f3b31f6f2" providerId="LiveId" clId="{F4F871EA-529A-490B-A4D9-F35205FBBD9E}" dt="2026-10-14T17:11:41.721" v="5480" actId="571"/>
          <ac:grpSpMkLst>
            <pc:docMk/>
            <pc:sldMk cId="1959309368" sldId="510"/>
            <ac:grpSpMk id="196" creationId="{59FA3A64-23C5-6FBB-AA9A-D0FFB8CA4AC1}"/>
          </ac:grpSpMkLst>
        </pc:grpChg>
        <pc:graphicFrameChg chg="mod modGraphic">
          <ac:chgData name="Laura Fellowes" userId="ad24ae3f3b31f6f2" providerId="LiveId" clId="{F4F871EA-529A-490B-A4D9-F35205FBBD9E}" dt="2026-10-14T17:58:13.726" v="6040" actId="20577"/>
          <ac:graphicFrameMkLst>
            <pc:docMk/>
            <pc:sldMk cId="1959309368" sldId="510"/>
            <ac:graphicFrameMk id="37" creationId="{D8DE4123-94DB-205A-8DC9-A594046769BD}"/>
          </ac:graphicFrameMkLst>
        </pc:graphicFrameChg>
        <pc:cxnChg chg="mod">
          <ac:chgData name="Laura Fellowes" userId="ad24ae3f3b31f6f2" providerId="LiveId" clId="{F4F871EA-529A-490B-A4D9-F35205FBBD9E}" dt="2026-10-14T17:01:34.414" v="5393" actId="1035"/>
          <ac:cxnSpMkLst>
            <pc:docMk/>
            <pc:sldMk cId="1959309368" sldId="510"/>
            <ac:cxnSpMk id="7" creationId="{86B1671A-47F4-7C9B-E680-C578176F283C}"/>
          </ac:cxnSpMkLst>
        </pc:cxnChg>
        <pc:cxnChg chg="mod">
          <ac:chgData name="Laura Fellowes" userId="ad24ae3f3b31f6f2" providerId="LiveId" clId="{F4F871EA-529A-490B-A4D9-F35205FBBD9E}" dt="2026-10-14T16:41:22.482" v="5206" actId="1038"/>
          <ac:cxnSpMkLst>
            <pc:docMk/>
            <pc:sldMk cId="1959309368" sldId="510"/>
            <ac:cxnSpMk id="17" creationId="{A05E51F5-2E17-BFE5-C0E4-75CDBFF0A40F}"/>
          </ac:cxnSpMkLst>
        </pc:cxnChg>
        <pc:cxnChg chg="mod">
          <ac:chgData name="Laura Fellowes" userId="ad24ae3f3b31f6f2" providerId="LiveId" clId="{F4F871EA-529A-490B-A4D9-F35205FBBD9E}" dt="2026-10-14T17:01:42.291" v="5403" actId="1035"/>
          <ac:cxnSpMkLst>
            <pc:docMk/>
            <pc:sldMk cId="1959309368" sldId="510"/>
            <ac:cxnSpMk id="23" creationId="{2FC12941-918B-06C4-8CF5-7BED3FA2C629}"/>
          </ac:cxnSpMkLst>
        </pc:cxnChg>
        <pc:cxnChg chg="mod">
          <ac:chgData name="Laura Fellowes" userId="ad24ae3f3b31f6f2" providerId="LiveId" clId="{F4F871EA-529A-490B-A4D9-F35205FBBD9E}" dt="2026-10-14T16:30:34.687" v="4940" actId="14100"/>
          <ac:cxnSpMkLst>
            <pc:docMk/>
            <pc:sldMk cId="1959309368" sldId="510"/>
            <ac:cxnSpMk id="32" creationId="{198546AE-610F-2279-CDB5-47EB9C12FEEF}"/>
          </ac:cxnSpMkLst>
        </pc:cxnChg>
        <pc:cxnChg chg="mod">
          <ac:chgData name="Laura Fellowes" userId="ad24ae3f3b31f6f2" providerId="LiveId" clId="{F4F871EA-529A-490B-A4D9-F35205FBBD9E}" dt="2026-10-14T16:36:48.741" v="5024" actId="1036"/>
          <ac:cxnSpMkLst>
            <pc:docMk/>
            <pc:sldMk cId="1959309368" sldId="510"/>
            <ac:cxnSpMk id="33" creationId="{96F580F4-2EC5-B573-6AF7-A7D68505FF62}"/>
          </ac:cxnSpMkLst>
        </pc:cxnChg>
        <pc:cxnChg chg="add mod">
          <ac:chgData name="Laura Fellowes" userId="ad24ae3f3b31f6f2" providerId="LiveId" clId="{F4F871EA-529A-490B-A4D9-F35205FBBD9E}" dt="2026-10-14T16:38:15.144" v="5158" actId="1038"/>
          <ac:cxnSpMkLst>
            <pc:docMk/>
            <pc:sldMk cId="1959309368" sldId="510"/>
            <ac:cxnSpMk id="34" creationId="{93F1855F-8CB1-791C-2FC4-436703127623}"/>
          </ac:cxnSpMkLst>
        </pc:cxnChg>
        <pc:cxnChg chg="del mod">
          <ac:chgData name="Laura Fellowes" userId="ad24ae3f3b31f6f2" providerId="LiveId" clId="{F4F871EA-529A-490B-A4D9-F35205FBBD9E}" dt="2026-10-14T17:10:24.542" v="5474" actId="478"/>
          <ac:cxnSpMkLst>
            <pc:docMk/>
            <pc:sldMk cId="1959309368" sldId="510"/>
            <ac:cxnSpMk id="55" creationId="{C54D0132-5472-F8D3-9264-DE839B3C40D7}"/>
          </ac:cxnSpMkLst>
        </pc:cxnChg>
        <pc:cxnChg chg="mod">
          <ac:chgData name="Laura Fellowes" userId="ad24ae3f3b31f6f2" providerId="LiveId" clId="{F4F871EA-529A-490B-A4D9-F35205FBBD9E}" dt="2026-10-14T16:41:22.482" v="5206" actId="1038"/>
          <ac:cxnSpMkLst>
            <pc:docMk/>
            <pc:sldMk cId="1959309368" sldId="510"/>
            <ac:cxnSpMk id="59" creationId="{52A8A5F1-4F78-E87A-1C8D-F2AC06246B22}"/>
          </ac:cxnSpMkLst>
        </pc:cxnChg>
        <pc:cxnChg chg="add del mod">
          <ac:chgData name="Laura Fellowes" userId="ad24ae3f3b31f6f2" providerId="LiveId" clId="{F4F871EA-529A-490B-A4D9-F35205FBBD9E}" dt="2026-10-14T16:18:15.996" v="4667" actId="478"/>
          <ac:cxnSpMkLst>
            <pc:docMk/>
            <pc:sldMk cId="1959309368" sldId="510"/>
            <ac:cxnSpMk id="77" creationId="{3026E2B5-DA70-C0B7-F987-5E63B38F42B6}"/>
          </ac:cxnSpMkLst>
        </pc:cxnChg>
        <pc:cxnChg chg="mod">
          <ac:chgData name="Laura Fellowes" userId="ad24ae3f3b31f6f2" providerId="LiveId" clId="{F4F871EA-529A-490B-A4D9-F35205FBBD9E}" dt="2026-10-14T17:11:54.125" v="5507" actId="1035"/>
          <ac:cxnSpMkLst>
            <pc:docMk/>
            <pc:sldMk cId="1959309368" sldId="510"/>
            <ac:cxnSpMk id="78" creationId="{EAF7914D-8185-30FA-E3AD-6CECDB7B0D1C}"/>
          </ac:cxnSpMkLst>
        </pc:cxnChg>
        <pc:cxnChg chg="mod">
          <ac:chgData name="Laura Fellowes" userId="ad24ae3f3b31f6f2" providerId="LiveId" clId="{F4F871EA-529A-490B-A4D9-F35205FBBD9E}" dt="2026-10-14T16:38:29.409" v="5160" actId="14100"/>
          <ac:cxnSpMkLst>
            <pc:docMk/>
            <pc:sldMk cId="1959309368" sldId="510"/>
            <ac:cxnSpMk id="89" creationId="{C8A70E18-78D3-1551-685E-4BAD31162F3D}"/>
          </ac:cxnSpMkLst>
        </pc:cxnChg>
        <pc:cxnChg chg="mod">
          <ac:chgData name="Laura Fellowes" userId="ad24ae3f3b31f6f2" providerId="LiveId" clId="{F4F871EA-529A-490B-A4D9-F35205FBBD9E}" dt="2026-10-14T17:11:54.125" v="5507" actId="1035"/>
          <ac:cxnSpMkLst>
            <pc:docMk/>
            <pc:sldMk cId="1959309368" sldId="510"/>
            <ac:cxnSpMk id="97" creationId="{6A6CD2D5-ACB2-CCEC-DDD3-919B09AFD9FE}"/>
          </ac:cxnSpMkLst>
        </pc:cxnChg>
        <pc:cxnChg chg="mod">
          <ac:chgData name="Laura Fellowes" userId="ad24ae3f3b31f6f2" providerId="LiveId" clId="{F4F871EA-529A-490B-A4D9-F35205FBBD9E}" dt="2026-10-14T17:11:54.125" v="5507" actId="1035"/>
          <ac:cxnSpMkLst>
            <pc:docMk/>
            <pc:sldMk cId="1959309368" sldId="510"/>
            <ac:cxnSpMk id="100" creationId="{B6C1BD52-B68F-BFAD-2908-DE581A0F8931}"/>
          </ac:cxnSpMkLst>
        </pc:cxnChg>
        <pc:cxnChg chg="add mod">
          <ac:chgData name="Laura Fellowes" userId="ad24ae3f3b31f6f2" providerId="LiveId" clId="{F4F871EA-529A-490B-A4D9-F35205FBBD9E}" dt="2026-10-14T16:41:22.482" v="5206" actId="1038"/>
          <ac:cxnSpMkLst>
            <pc:docMk/>
            <pc:sldMk cId="1959309368" sldId="510"/>
            <ac:cxnSpMk id="101" creationId="{5E9555D9-BE66-AC90-AB4F-93422CF1168B}"/>
          </ac:cxnSpMkLst>
        </pc:cxnChg>
        <pc:cxnChg chg="mod">
          <ac:chgData name="Laura Fellowes" userId="ad24ae3f3b31f6f2" providerId="LiveId" clId="{F4F871EA-529A-490B-A4D9-F35205FBBD9E}" dt="2026-10-14T17:11:54.125" v="5507" actId="1035"/>
          <ac:cxnSpMkLst>
            <pc:docMk/>
            <pc:sldMk cId="1959309368" sldId="510"/>
            <ac:cxnSpMk id="103" creationId="{51999BEA-5E6B-911A-5EA1-59A738A100B4}"/>
          </ac:cxnSpMkLst>
        </pc:cxnChg>
        <pc:cxnChg chg="mod">
          <ac:chgData name="Laura Fellowes" userId="ad24ae3f3b31f6f2" providerId="LiveId" clId="{F4F871EA-529A-490B-A4D9-F35205FBBD9E}" dt="2026-10-14T17:11:54.125" v="5507" actId="1035"/>
          <ac:cxnSpMkLst>
            <pc:docMk/>
            <pc:sldMk cId="1959309368" sldId="510"/>
            <ac:cxnSpMk id="113" creationId="{79CF737E-2899-698C-82DA-297FF7931096}"/>
          </ac:cxnSpMkLst>
        </pc:cxnChg>
        <pc:cxnChg chg="mod">
          <ac:chgData name="Laura Fellowes" userId="ad24ae3f3b31f6f2" providerId="LiveId" clId="{F4F871EA-529A-490B-A4D9-F35205FBBD9E}" dt="2026-10-14T17:28:10.194" v="5727" actId="14100"/>
          <ac:cxnSpMkLst>
            <pc:docMk/>
            <pc:sldMk cId="1959309368" sldId="510"/>
            <ac:cxnSpMk id="114" creationId="{F638D9B1-79F0-1B69-C2C7-EA0EACB6A073}"/>
          </ac:cxnSpMkLst>
        </pc:cxnChg>
        <pc:cxnChg chg="mod">
          <ac:chgData name="Laura Fellowes" userId="ad24ae3f3b31f6f2" providerId="LiveId" clId="{F4F871EA-529A-490B-A4D9-F35205FBBD9E}" dt="2026-10-14T17:11:54.125" v="5507" actId="1035"/>
          <ac:cxnSpMkLst>
            <pc:docMk/>
            <pc:sldMk cId="1959309368" sldId="510"/>
            <ac:cxnSpMk id="115" creationId="{E79DF246-92B6-E5C2-6496-78716B46110F}"/>
          </ac:cxnSpMkLst>
        </pc:cxnChg>
        <pc:cxnChg chg="mod">
          <ac:chgData name="Laura Fellowes" userId="ad24ae3f3b31f6f2" providerId="LiveId" clId="{F4F871EA-529A-490B-A4D9-F35205FBBD9E}" dt="2026-10-14T17:05:55.883" v="5425" actId="1076"/>
          <ac:cxnSpMkLst>
            <pc:docMk/>
            <pc:sldMk cId="1959309368" sldId="510"/>
            <ac:cxnSpMk id="129" creationId="{C1B052C3-664F-DE7A-F783-C531214D9826}"/>
          </ac:cxnSpMkLst>
        </pc:cxnChg>
        <pc:cxnChg chg="add mod">
          <ac:chgData name="Laura Fellowes" userId="ad24ae3f3b31f6f2" providerId="LiveId" clId="{F4F871EA-529A-490B-A4D9-F35205FBBD9E}" dt="2026-10-14T16:28:41.774" v="4931" actId="1037"/>
          <ac:cxnSpMkLst>
            <pc:docMk/>
            <pc:sldMk cId="1959309368" sldId="510"/>
            <ac:cxnSpMk id="134" creationId="{1A8FA20E-8BD2-1E54-5E70-842773ECEF12}"/>
          </ac:cxnSpMkLst>
        </pc:cxnChg>
        <pc:cxnChg chg="add mod">
          <ac:chgData name="Laura Fellowes" userId="ad24ae3f3b31f6f2" providerId="LiveId" clId="{F4F871EA-529A-490B-A4D9-F35205FBBD9E}" dt="2026-10-14T16:30:20.455" v="4938" actId="14100"/>
          <ac:cxnSpMkLst>
            <pc:docMk/>
            <pc:sldMk cId="1959309368" sldId="510"/>
            <ac:cxnSpMk id="145" creationId="{ADB9A2F1-8A16-A29D-293B-E3D59CE8921F}"/>
          </ac:cxnSpMkLst>
        </pc:cxnChg>
        <pc:cxnChg chg="add mod">
          <ac:chgData name="Laura Fellowes" userId="ad24ae3f3b31f6f2" providerId="LiveId" clId="{F4F871EA-529A-490B-A4D9-F35205FBBD9E}" dt="2026-10-14T16:41:22.482" v="5206" actId="1038"/>
          <ac:cxnSpMkLst>
            <pc:docMk/>
            <pc:sldMk cId="1959309368" sldId="510"/>
            <ac:cxnSpMk id="152" creationId="{59C066B0-C403-C5D4-3E45-0233C31D034A}"/>
          </ac:cxnSpMkLst>
        </pc:cxnChg>
        <pc:cxnChg chg="add mod ord">
          <ac:chgData name="Laura Fellowes" userId="ad24ae3f3b31f6f2" providerId="LiveId" clId="{F4F871EA-529A-490B-A4D9-F35205FBBD9E}" dt="2026-10-14T16:38:36.411" v="5161" actId="14100"/>
          <ac:cxnSpMkLst>
            <pc:docMk/>
            <pc:sldMk cId="1959309368" sldId="510"/>
            <ac:cxnSpMk id="157" creationId="{4C0AEB7B-B17A-E6AE-803D-6A3E076587C6}"/>
          </ac:cxnSpMkLst>
        </pc:cxnChg>
        <pc:cxnChg chg="add mod">
          <ac:chgData name="Laura Fellowes" userId="ad24ae3f3b31f6f2" providerId="LiveId" clId="{F4F871EA-529A-490B-A4D9-F35205FBBD9E}" dt="2026-10-14T16:36:56.972" v="5026" actId="571"/>
          <ac:cxnSpMkLst>
            <pc:docMk/>
            <pc:sldMk cId="1959309368" sldId="510"/>
            <ac:cxnSpMk id="169" creationId="{A3AFBE00-9D02-302D-04F9-40D301F1309F}"/>
          </ac:cxnSpMkLst>
        </pc:cxnChg>
        <pc:cxnChg chg="add mod">
          <ac:chgData name="Laura Fellowes" userId="ad24ae3f3b31f6f2" providerId="LiveId" clId="{F4F871EA-529A-490B-A4D9-F35205FBBD9E}" dt="2026-10-14T17:11:54.125" v="5507" actId="1035"/>
          <ac:cxnSpMkLst>
            <pc:docMk/>
            <pc:sldMk cId="1959309368" sldId="510"/>
            <ac:cxnSpMk id="180" creationId="{A01C18E2-4686-C70A-4805-A190802A487B}"/>
          </ac:cxnSpMkLst>
        </pc:cxnChg>
        <pc:cxnChg chg="add del">
          <ac:chgData name="Laura Fellowes" userId="ad24ae3f3b31f6f2" providerId="LiveId" clId="{F4F871EA-529A-490B-A4D9-F35205FBBD9E}" dt="2026-10-14T17:10:06.567" v="5472" actId="478"/>
          <ac:cxnSpMkLst>
            <pc:docMk/>
            <pc:sldMk cId="1959309368" sldId="510"/>
            <ac:cxnSpMk id="190" creationId="{409EB5EF-43EB-5962-2574-809FD4624C8D}"/>
          </ac:cxnSpMkLst>
        </pc:cxnChg>
        <pc:cxnChg chg="add mod">
          <ac:chgData name="Laura Fellowes" userId="ad24ae3f3b31f6f2" providerId="LiveId" clId="{F4F871EA-529A-490B-A4D9-F35205FBBD9E}" dt="2026-10-14T17:29:00.170" v="5751" actId="1076"/>
          <ac:cxnSpMkLst>
            <pc:docMk/>
            <pc:sldMk cId="1959309368" sldId="510"/>
            <ac:cxnSpMk id="192" creationId="{C4C8E663-A29F-BD96-1421-D6AF8701451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51C8-F163-AAD2-6C97-E8209AD8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75247-0B81-67D0-B147-E122BAA00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C924E-53DD-79CA-B0C3-1FB8521B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C97C1-0B1E-EC9B-3EA3-0A78E73E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803D1-9935-BBCA-6F1C-105F1ADC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50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40E5D-B3EA-1913-6DC8-9964F99A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4B0F4-D15D-186F-3DE3-3B48729CD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84980-87B5-2F3D-255E-CF1CC113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A10C4-2CDE-3EEA-0172-9E67B053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CB879-C8E0-0FC8-9A0E-36C1E7E4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67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DC61-0B95-82F0-4EA6-0F1772CA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511AC-190E-256B-773C-50C8EC2A3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F7F0-5557-5B87-48A8-F31C511A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6C604-DA0C-0C7C-1FC3-A44D812C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AA659-8CB5-EE9C-4BE3-5D36B971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49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57BB-EB2D-7B9C-B668-804845F8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99966-8824-C2D0-BCF1-3C40AD163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3D43A-A6BE-7F35-22AC-A42035CAE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4F7F1-00A3-5007-B466-37513667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DD39D-3C1D-98C6-0627-74858A6F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C2E4E-E019-BE1D-AAF6-8582B898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55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ACE04-9B4C-C343-1441-1C136B87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99DB5-96DE-658F-E6DC-C896A2C8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FC0D9-CD54-3355-AB3F-6DB1E71EF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22D0B-ADF9-740D-F740-6FCD0CB56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E3F0A-B490-E90B-A316-03676A137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55C39-AE9A-FE16-289A-4EB96A8B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C5352-AE2B-D6E1-EBE2-477CEC92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B5999-1D56-405E-AF6A-489C7EEC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15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DCA4-F73E-4F37-C1B7-38379F5E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1D71E-F6EC-356E-4513-C2CE4A1A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F8735-7010-012C-9B07-95D8CCC2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7832C-3BD5-5D3A-3A1A-F1415651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8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7D9E9-4B2F-7E27-B934-B9C4758F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18E0A-FEA7-4639-7ADC-F1B4F0CC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3EB15-C39A-1482-0453-2127C390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94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8B88-0839-C5D3-4F05-99F02043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41DFC-E2D2-7B2B-4187-7E7BB9997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1D96C-A3DB-3302-7BA7-EEF285831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0ED15-F24E-4D6A-09D8-113EAE37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B45C0-619F-5C15-EFF6-1E90ECEB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7783C-A010-AE85-DF55-9A025E57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77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33FB-4D53-B501-AA3F-5DF67A25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FD256-7541-4E90-FF92-89DB45962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CEBD2-1752-1AE0-762C-3B9BBA56B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2488B-3D83-C41C-D3B6-58774004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378C-6505-5A5B-EE25-83BB9E70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201E8-AFC7-21FC-915B-0EDDBB89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48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D0F5-27D7-7821-07A1-D8CBA25E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CC29D-C3B4-8D97-92CE-B94E4BF98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0BBFF-CB29-7C35-773F-368342B2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76BD-3EF8-7781-9832-427022BD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01A4-D3DB-3224-99B6-6EB3B2B5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36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B8BA8-2B58-568B-C4F3-E5CE72828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42A9D-945C-DE23-D371-6AAB0F3FE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B0771-8270-6231-2A92-DC350913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94BD6-59D9-652E-F498-6C5839A6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54A7-B801-1937-41C9-3818D0104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43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F2500-1AD5-1ED1-888B-2FF76F82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81B77-33CF-9C4C-5FF8-56323F3E7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A348-8812-1EB2-3E8E-2CD00A2C9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17FE5-9CD7-4A18-934C-3138DBC62915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0AB86-C18C-D71A-4229-43430050E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26598-47D9-7A18-5F03-632CA5F2A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755F4-6F1E-4B6A-9628-D5152E7918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51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6106-F6FC-AECC-32F0-F4DB0E3E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4DF0A15-72DD-681B-0619-8361D089B623}"/>
              </a:ext>
            </a:extLst>
          </p:cNvPr>
          <p:cNvSpPr txBox="1"/>
          <p:nvPr/>
        </p:nvSpPr>
        <p:spPr>
          <a:xfrm>
            <a:off x="0" y="156870"/>
            <a:ext cx="691908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1: No isolation of suspected or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patients are on a general ward, no isolation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3FBC578-D3D5-CADE-EF6D-F65F59A8B92D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2BDC1D03-8820-5E23-6409-CAD9651F2B09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CA4BA45-9E31-328C-AB74-BF4DF56DE610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877951-C14B-69A3-0C37-A4CB2999DF10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7EED29-896B-C76A-F86F-4659E9D12AA8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5707C3A-7675-796F-B89D-00C632879969}"/>
              </a:ext>
            </a:extLst>
          </p:cNvPr>
          <p:cNvSpPr txBox="1"/>
          <p:nvPr/>
        </p:nvSpPr>
        <p:spPr>
          <a:xfrm>
            <a:off x="4994497" y="5928332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AA52B60-F39C-E421-A4FA-EBB4A0116EB8}"/>
              </a:ext>
            </a:extLst>
          </p:cNvPr>
          <p:cNvSpPr txBox="1"/>
          <p:nvPr/>
        </p:nvSpPr>
        <p:spPr>
          <a:xfrm>
            <a:off x="461287" y="5003107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26412F8-512A-5B3C-83CF-AFF408A1ABE1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F389E4-1370-6ED9-0FC7-95D842AC0579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2E505C-6BAB-A2D4-7CD9-1D2EA59A7C70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ACF6FE5-0C29-86A9-86F9-35ECDD5F7B8C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E932B0-1009-FC17-D9F5-20DE94A379B9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CD016A0-58A1-2E0F-F46C-A3AD48EC490A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0BF0D79-38DB-6C51-4E31-245716C83F7E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37E969-10E0-2B51-3123-2A2D41341D1B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1D5AA0F-B180-DF6A-ED37-7377C358EB23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2557D3F-2DC4-24BF-C3C0-8B931035F96F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02D60D-8942-13D9-AAE4-5A5A7562C930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428861F-76D9-B6BD-1443-149E33885D6A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3CE895A-0F65-B079-A4A2-CA439642D57C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C06D38-501D-310F-95A1-FC7D31485AB6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393B53-7FF0-E180-AABF-FBE7A85C42E7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D494030-0F48-3F2B-9250-F23D738C1375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551C7C9-B7BE-87CB-975D-609514A8F90A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1B8E9C6-4C29-C3D1-A83A-81348DB47486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F4E433E-7DB5-8B5E-7783-4F5F0CE587E0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A60F03-71EF-2593-6F20-E48AB25D9EE8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35BD90-CE73-8CC5-295A-3579675AB1DF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274178-3BE3-3BBC-6E0E-71C80A23998C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6F9D59E2-8A70-9A62-1E62-E6D943C264BA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D2453F9-305D-264B-380F-65723A1B86E5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1646F86-FEFC-8C09-B850-94A9AAB46722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32F44FC-8394-C996-89B9-E25E296C6311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587DB0B-5676-89A8-F54B-129FECE65F1B}"/>
                </a:ext>
              </a:extLst>
            </p:cNvPr>
            <p:cNvGrpSpPr/>
            <p:nvPr/>
          </p:nvGrpSpPr>
          <p:grpSpPr>
            <a:xfrm>
              <a:off x="708325" y="5637716"/>
              <a:ext cx="575999" cy="576000"/>
              <a:chOff x="896085" y="5062911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DB648DF-9E17-7A29-B28B-6A24D7433904}"/>
                  </a:ext>
                </a:extLst>
              </p:cNvPr>
              <p:cNvSpPr/>
              <p:nvPr/>
            </p:nvSpPr>
            <p:spPr>
              <a:xfrm>
                <a:off x="896085" y="5062911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7EE2371-5590-CF35-B0D3-389F34F72ADD}"/>
                  </a:ext>
                </a:extLst>
              </p:cNvPr>
              <p:cNvSpPr txBox="1"/>
              <p:nvPr/>
            </p:nvSpPr>
            <p:spPr>
              <a:xfrm flipH="1">
                <a:off x="1051434" y="5176375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05FBE05-D53B-C9DB-CE89-DD63C0EAEAD2}"/>
                </a:ext>
              </a:extLst>
            </p:cNvPr>
            <p:cNvGrpSpPr/>
            <p:nvPr/>
          </p:nvGrpSpPr>
          <p:grpSpPr>
            <a:xfrm>
              <a:off x="1745690" y="5637716"/>
              <a:ext cx="575999" cy="576000"/>
              <a:chOff x="2310240" y="5062909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61AF500-C3D9-60B0-2814-D96C60681BD8}"/>
                  </a:ext>
                </a:extLst>
              </p:cNvPr>
              <p:cNvSpPr/>
              <p:nvPr/>
            </p:nvSpPr>
            <p:spPr>
              <a:xfrm>
                <a:off x="2310240" y="5062909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974F4D0-0A51-3FF8-EDF5-3CB416C9019A}"/>
                  </a:ext>
                </a:extLst>
              </p:cNvPr>
              <p:cNvSpPr txBox="1"/>
              <p:nvPr/>
            </p:nvSpPr>
            <p:spPr>
              <a:xfrm>
                <a:off x="2449915" y="5192180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0110B5F-BB8F-8A29-A4DE-A48FB0890B74}"/>
                </a:ext>
              </a:extLst>
            </p:cNvPr>
            <p:cNvGrpSpPr/>
            <p:nvPr/>
          </p:nvGrpSpPr>
          <p:grpSpPr>
            <a:xfrm>
              <a:off x="2795138" y="5632457"/>
              <a:ext cx="576000" cy="576000"/>
              <a:chOff x="3859213" y="5062908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958C5C3-48CF-6883-A127-E7056C4AC9A1}"/>
                  </a:ext>
                </a:extLst>
              </p:cNvPr>
              <p:cNvSpPr/>
              <p:nvPr/>
            </p:nvSpPr>
            <p:spPr>
              <a:xfrm>
                <a:off x="3859213" y="5062908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8E72099-7E02-5566-BF90-FEE0E1FACAEC}"/>
                  </a:ext>
                </a:extLst>
              </p:cNvPr>
              <p:cNvSpPr txBox="1"/>
              <p:nvPr/>
            </p:nvSpPr>
            <p:spPr>
              <a:xfrm>
                <a:off x="4043567" y="5192179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B5B9436-8C1A-D598-27BF-9C8B4C2D5542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587281B-DCFC-3212-CEA5-329785EFDB71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92018F5-C5C6-71B1-D58F-5DB76C6B64BF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314E7D1-9B58-A224-62E3-DEA2AC614FF8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56A6EDB-5E8B-508F-C80B-7E09D1EAA104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337551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851F9BA-B654-8725-A1A2-202C87D91D3B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33755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69BE357-8727-AB37-6CB3-E290786FA9A0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33229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3C2F75E-3184-332B-0108-0C50B0FED657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F5D1B4B-DF91-F96E-4325-125BB4E51FD9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93EE05E-B7AC-2101-A38C-CA23AFB8DAC2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16884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98937B33-FF63-4566-6B4D-0D49D12BC155}"/>
                </a:ext>
              </a:extLst>
            </p:cNvPr>
            <p:cNvCxnSpPr>
              <a:cxnSpLocks/>
              <a:stCxn id="4" idx="4"/>
              <a:endCxn id="56" idx="0"/>
            </p:cNvCxnSpPr>
            <p:nvPr/>
          </p:nvCxnSpPr>
          <p:spPr>
            <a:xfrm flipH="1">
              <a:off x="996325" y="3468871"/>
              <a:ext cx="7" cy="21688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045B94F2-143C-CCFF-E3D6-8984D46CEC10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163589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11C3710B-1C3A-F5B2-7386-E4A374E366DE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270F783-6FD6-686E-7B30-30980ADD6464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4F75871-A3DF-CE82-2A57-A3C83C24B5DA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CD70B4A0-01F6-DA94-2E2F-E35748E4A4FB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48BBE9D5-1BE4-FC34-CBD6-1EBC72FB9FA9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74B64971-925A-42A8-79C4-E34B625E253A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094CCD26-DB1B-6EB7-E1BA-163F8F350C54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BC59DAF-316F-D343-B752-6A38576A4BB8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B645A70-8C9E-56A0-0F5B-28149366865D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9187272-CBFC-382D-219F-97FF10D049B3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873EF3B-125C-0DF9-CA43-D71991BB7212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55321E7-A2D5-8B03-DCE7-1EB40B5F559D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BAD53E3-475D-2482-1045-68A80BCB1AF1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259DE01-8A0A-3BCA-BE2F-3A3B08C3C9C3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CF19FE4-DF0E-CA9C-9975-44C7E8AD85AF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CDE666-D519-4B5A-6C20-9349E8B1F1E6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F43629E-58F0-973A-E389-902BAC29C2DC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C80A1F0-5AA7-C0FA-57FD-709AF7B3CD34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C51BD76-22C4-1A16-3103-CBE3181065BD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44EBF51-E724-0C03-AE5D-2A3C0BCF8C8E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2D9FECC-7EFF-29FE-3294-C4EDF7B3411D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A4FD13F-DDF7-F4F0-1F58-488DA7741EDF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9561E5A-6738-D556-A555-90D3E025EF80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C42F45C-0447-2DE7-B2AA-18A374A033EA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F3E9165-8B5A-55E8-994E-7EF28614C913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1F42566-8578-A59D-7F5F-892527D9D2A9}"/>
                </a:ext>
              </a:extLst>
            </p:cNvPr>
            <p:cNvCxnSpPr>
              <a:cxnSpLocks/>
              <a:stCxn id="47" idx="4"/>
              <a:endCxn id="65" idx="7"/>
            </p:cNvCxnSpPr>
            <p:nvPr/>
          </p:nvCxnSpPr>
          <p:spPr>
            <a:xfrm flipH="1">
              <a:off x="3286785" y="4240463"/>
              <a:ext cx="839756" cy="147634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CA65EE6-AFCA-C809-C706-D8D576D24E65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DCFC1EC-8114-1518-6E7F-B353974FF8B4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F9CCA25-2922-13DE-3E84-25F2F33A4259}"/>
                </a:ext>
              </a:extLst>
            </p:cNvPr>
            <p:cNvSpPr txBox="1"/>
            <p:nvPr/>
          </p:nvSpPr>
          <p:spPr>
            <a:xfrm>
              <a:off x="3658337" y="4875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E5CB711-0783-280F-19A2-2A2AEF1AF4D9}"/>
              </a:ext>
            </a:extLst>
          </p:cNvPr>
          <p:cNvCxnSpPr>
            <a:cxnSpLocks/>
          </p:cNvCxnSpPr>
          <p:nvPr/>
        </p:nvCxnSpPr>
        <p:spPr>
          <a:xfrm rot="5400000">
            <a:off x="2264227" y="232772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06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D0F1-45C0-5E3B-BBAB-7E76D786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8CCFFAC-D91D-18B2-67A0-77FDC1A8B945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2: Isolate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7075613-DB53-34BA-44FC-AF0FE3438C39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0E47C422-666C-5263-796C-809E52C272F1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C58A7A1-7732-EA9A-CC1B-C5400B939838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C40B90-CD6A-D76A-5852-71D5FA86A3B1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D4953C-D146-BF4C-8892-27F447C3A751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2CCD07A-8E98-14EA-6C14-BFDF3B7D753F}"/>
              </a:ext>
            </a:extLst>
          </p:cNvPr>
          <p:cNvSpPr txBox="1"/>
          <p:nvPr/>
        </p:nvSpPr>
        <p:spPr>
          <a:xfrm>
            <a:off x="4994497" y="6047936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68F2D3E-DC61-7BFB-0445-12FF4A58B532}"/>
              </a:ext>
            </a:extLst>
          </p:cNvPr>
          <p:cNvSpPr txBox="1"/>
          <p:nvPr/>
        </p:nvSpPr>
        <p:spPr>
          <a:xfrm>
            <a:off x="461828" y="4992523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0D71D85-F9DA-F407-1175-35D047F01A06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549A17A-A72F-DA40-4371-7F86297280E1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076CA85-9168-CD29-4CBE-ADB0FE504DCD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31872E6-43AE-FEE7-E097-2CC68B8C10BA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875029-AE49-8CB3-37F2-B5F26651C0D2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06E6264-2A6E-7A6D-6AB2-499B2FD2A311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DB71C5-16C9-05AD-F682-545052113063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06C442-33DA-987D-4A57-D2A8E4829FBA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F8AF716-E278-BF3E-3159-73174548DCE1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AD1F577-C46C-03F6-0B15-E664A10AE54B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778872-3904-73CD-238B-732F3AC4DF56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80F0B13-4889-90EB-F54B-C22532EF15A3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260B426-3898-1A9D-E200-052000BE068C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5737CD-3168-51CD-3D4C-D1E25CEF096C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AB39CE-9BEC-3CA2-78E4-D7B6778DF34B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E862A5E-C63F-E9B9-AFEF-44DBFE3866E9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5A48CD-7072-9436-600D-67E1C69D64D1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1FEDA59-0236-C75C-3FBD-AE1B7175FBD5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F5ADD6C-C2D0-4D31-EC65-F23B82D361EF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5152BE-C910-E80A-9469-A0076749E0A4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76B68A5-BD8E-806B-05A6-8EFBD96DE655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63840A-5E47-F61D-32A0-11E871192487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B271A668-C0DD-0ED3-B8AF-1536BF35EDC3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C6D581-D298-2389-8775-8622000EC723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60C7062-156F-EC2E-B575-78E0C15E3187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E130DE1-67B6-E39F-A6E3-5BF87F083AEF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1B95DFD-F8A5-CE52-3181-6E4DE5CC690A}"/>
                </a:ext>
              </a:extLst>
            </p:cNvPr>
            <p:cNvGrpSpPr/>
            <p:nvPr/>
          </p:nvGrpSpPr>
          <p:grpSpPr>
            <a:xfrm>
              <a:off x="708325" y="5637710"/>
              <a:ext cx="575999" cy="576000"/>
              <a:chOff x="896085" y="5062905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068F304-3FF4-26B6-C463-8B1DBBDC070C}"/>
                  </a:ext>
                </a:extLst>
              </p:cNvPr>
              <p:cNvSpPr/>
              <p:nvPr/>
            </p:nvSpPr>
            <p:spPr>
              <a:xfrm>
                <a:off x="896085" y="5062905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C6B6E6-A808-8382-6AC5-D352CAC1CC89}"/>
                  </a:ext>
                </a:extLst>
              </p:cNvPr>
              <p:cNvSpPr txBox="1"/>
              <p:nvPr/>
            </p:nvSpPr>
            <p:spPr>
              <a:xfrm flipH="1">
                <a:off x="1051434" y="5176369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A966409-382F-08D5-19A5-584D91AA0C71}"/>
                </a:ext>
              </a:extLst>
            </p:cNvPr>
            <p:cNvGrpSpPr/>
            <p:nvPr/>
          </p:nvGrpSpPr>
          <p:grpSpPr>
            <a:xfrm>
              <a:off x="1745690" y="5637710"/>
              <a:ext cx="575999" cy="576000"/>
              <a:chOff x="2310240" y="5062903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D1439A3E-2251-3313-5A71-9B87F3CEA8B7}"/>
                  </a:ext>
                </a:extLst>
              </p:cNvPr>
              <p:cNvSpPr/>
              <p:nvPr/>
            </p:nvSpPr>
            <p:spPr>
              <a:xfrm>
                <a:off x="2310240" y="5062903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0707FD3-70DE-7A0B-88BA-C157050F5406}"/>
                  </a:ext>
                </a:extLst>
              </p:cNvPr>
              <p:cNvSpPr txBox="1"/>
              <p:nvPr/>
            </p:nvSpPr>
            <p:spPr>
              <a:xfrm>
                <a:off x="2449915" y="5192174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7D22A5A-8346-916A-12BE-7B141F3F8D55}"/>
                </a:ext>
              </a:extLst>
            </p:cNvPr>
            <p:cNvGrpSpPr/>
            <p:nvPr/>
          </p:nvGrpSpPr>
          <p:grpSpPr>
            <a:xfrm>
              <a:off x="2795138" y="5632451"/>
              <a:ext cx="576000" cy="576000"/>
              <a:chOff x="3859213" y="5062902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7F67BBF-E594-9CFF-51AA-918F5ED76CF3}"/>
                  </a:ext>
                </a:extLst>
              </p:cNvPr>
              <p:cNvSpPr/>
              <p:nvPr/>
            </p:nvSpPr>
            <p:spPr>
              <a:xfrm>
                <a:off x="3859213" y="5062902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E4095A-A2E8-4DCD-81C4-4F53427580B0}"/>
                  </a:ext>
                </a:extLst>
              </p:cNvPr>
              <p:cNvSpPr txBox="1"/>
              <p:nvPr/>
            </p:nvSpPr>
            <p:spPr>
              <a:xfrm>
                <a:off x="4043567" y="5192173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E1A666C-DE01-1717-9943-9A7AE6A519B8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F6BE080-4E25-2F41-34D0-CA1A43E76440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24D08D8-9023-E7E9-E7FF-289AF38FD14E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9C6C0F9-11BA-956B-033D-1C4D8E0B3B48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2CE2903-59FD-C079-3FB1-5288DC24FF81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3375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17597F47-0CA0-97B1-E10A-9007983EC052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33754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084C031-487E-C20F-B111-9946CC6A3307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332289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13FBD75-8824-FCE9-3637-C1DA7F3E9E17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28F5246-64B0-1845-E08C-95006199624E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3B2CEF86-898A-8488-C5DD-6DFF2AEA25CA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168841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D7FF2AB-08C1-E415-6CA0-790DAF8BDAFC}"/>
                </a:ext>
              </a:extLst>
            </p:cNvPr>
            <p:cNvCxnSpPr>
              <a:cxnSpLocks/>
              <a:stCxn id="4" idx="4"/>
              <a:endCxn id="56" idx="0"/>
            </p:cNvCxnSpPr>
            <p:nvPr/>
          </p:nvCxnSpPr>
          <p:spPr>
            <a:xfrm flipH="1">
              <a:off x="996325" y="3468871"/>
              <a:ext cx="7" cy="2168839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174B30A-2095-3E57-6754-2740022406DB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16358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999BBD82-39E2-5983-B843-A6F8F42172D4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C4370484-79F3-F1DA-DD5B-9578C6C8C4A8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21420C4-785B-38F4-7E14-DD42A9B27BB4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79A22D5D-B57B-41A5-1FE3-CBC3C4AFF30A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F0CA56FB-0635-CE42-DD9C-C81933103D5D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931E58E2-4443-A3C3-2F27-E73967F818AF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7CA6B68-7C6B-F772-4AE8-FD3A8090A7E4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3EA2C71-73EC-C908-23B7-1109D7D24206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273C545-9A9C-C235-ED4B-82B606058D5D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2240326-A1D8-89A3-9330-30BBA4648400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755928E-03E6-105B-C997-40C8486CED86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D89AAB2-DCB3-F455-14F6-FCB870B59986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58D561-F49B-469D-4D90-B27209F30668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154646-2F21-CDF5-5D97-9031E722AC21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C5B1404-A43E-4A68-074E-CF28F699B3FB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5FCBB1-3DDD-49F9-6BAC-4BD8B1DAE526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3DF58ED-3058-AB81-80F8-3335C7A2B69F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AD5CEF0-8C0A-255D-9883-027F1F816502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63723A0-A14B-E777-6894-47079DCEEA74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AE5D60D-AFA8-B6BD-9165-B37F37086E1A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C71E17D-E29A-5F6B-BB49-A7D5FFD238B9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3148B61-6612-04DF-E884-8E8F222430A1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F3FA20-717C-6E60-712A-36A5419A8E2D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F4205D8-C9AB-4DF5-6CB5-7DF51BDC1177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11BAAA0-2220-AF2A-B77A-3E06AF691F3F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C42C4BD-01D3-CAFC-6966-E0B1E33DB5A2}"/>
                </a:ext>
              </a:extLst>
            </p:cNvPr>
            <p:cNvCxnSpPr>
              <a:cxnSpLocks/>
              <a:stCxn id="47" idx="4"/>
              <a:endCxn id="65" idx="7"/>
            </p:cNvCxnSpPr>
            <p:nvPr/>
          </p:nvCxnSpPr>
          <p:spPr>
            <a:xfrm flipH="1">
              <a:off x="3286785" y="4240463"/>
              <a:ext cx="839756" cy="1476341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3E9A20AF-AA76-D722-29C7-5C33F2364808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33B7EB3-A07E-C047-1DEB-F81E782011F4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CAA2825-C051-D233-33AE-5B182643F603}"/>
                </a:ext>
              </a:extLst>
            </p:cNvPr>
            <p:cNvSpPr txBox="1"/>
            <p:nvPr/>
          </p:nvSpPr>
          <p:spPr>
            <a:xfrm>
              <a:off x="3692654" y="486640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9C1E5C7-0244-E43F-DBE7-D1DB1F8F4667}"/>
              </a:ext>
            </a:extLst>
          </p:cNvPr>
          <p:cNvCxnSpPr>
            <a:cxnSpLocks/>
          </p:cNvCxnSpPr>
          <p:nvPr/>
        </p:nvCxnSpPr>
        <p:spPr>
          <a:xfrm rot="5400000">
            <a:off x="2264227" y="232772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28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90BCC340-DBDC-DAD6-FFDC-64CBAC6B29C0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3: Isolate suspected and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test</a:t>
            </a:r>
            <a:r>
              <a:rPr lang="en-GB" sz="1400" dirty="0"/>
              <a:t> and </a:t>
            </a: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5E86639-F80B-2604-5021-24122E2EC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488689"/>
              </p:ext>
            </p:extLst>
          </p:nvPr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D93AA799-DB74-9EB3-90DC-93A306283C8A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D195D5B-0E68-6367-5ADB-63EFB01301D8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B84588-9299-9D4C-AE2C-C11D5042A739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305FED-80AC-F205-0D3B-699A22A1BD9A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E12BD97-ABB6-DB49-3CC6-7550AD239A20}"/>
              </a:ext>
            </a:extLst>
          </p:cNvPr>
          <p:cNvSpPr txBox="1"/>
          <p:nvPr/>
        </p:nvSpPr>
        <p:spPr>
          <a:xfrm>
            <a:off x="4993394" y="5959523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82E24F-B82C-3C69-101C-1FC607A63135}"/>
              </a:ext>
            </a:extLst>
          </p:cNvPr>
          <p:cNvSpPr txBox="1"/>
          <p:nvPr/>
        </p:nvSpPr>
        <p:spPr>
          <a:xfrm>
            <a:off x="486118" y="5003107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CF21CD-26C9-8ED0-696C-AB2AECFB1570}"/>
              </a:ext>
            </a:extLst>
          </p:cNvPr>
          <p:cNvSpPr/>
          <p:nvPr/>
        </p:nvSpPr>
        <p:spPr>
          <a:xfrm>
            <a:off x="546115" y="1108699"/>
            <a:ext cx="6156529" cy="36230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82B086-539B-3562-AA38-280CD035DCC8}"/>
              </a:ext>
            </a:extLst>
          </p:cNvPr>
          <p:cNvGrpSpPr/>
          <p:nvPr/>
        </p:nvGrpSpPr>
        <p:grpSpPr>
          <a:xfrm>
            <a:off x="708332" y="3020356"/>
            <a:ext cx="575999" cy="576000"/>
            <a:chOff x="2181846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3654173-F512-3504-6E3D-C49E053DFEEC}"/>
                </a:ext>
              </a:extLst>
            </p:cNvPr>
            <p:cNvSpPr/>
            <p:nvPr/>
          </p:nvSpPr>
          <p:spPr>
            <a:xfrm>
              <a:off x="2181846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63B819-D15D-3F3B-8792-258939BA8754}"/>
                </a:ext>
              </a:extLst>
            </p:cNvPr>
            <p:cNvSpPr txBox="1"/>
            <p:nvPr/>
          </p:nvSpPr>
          <p:spPr>
            <a:xfrm flipH="1">
              <a:off x="2273076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S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AB2224-A24D-03BE-5213-A286D91F7615}"/>
              </a:ext>
            </a:extLst>
          </p:cNvPr>
          <p:cNvGrpSpPr/>
          <p:nvPr/>
        </p:nvGrpSpPr>
        <p:grpSpPr>
          <a:xfrm>
            <a:off x="1751735" y="3020354"/>
            <a:ext cx="575999" cy="576000"/>
            <a:chOff x="2370102" y="2176637"/>
            <a:chExt cx="575999" cy="576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1AAD0B-2938-294C-AF1B-FB74BDBFB225}"/>
                </a:ext>
              </a:extLst>
            </p:cNvPr>
            <p:cNvSpPr/>
            <p:nvPr/>
          </p:nvSpPr>
          <p:spPr>
            <a:xfrm>
              <a:off x="2370102" y="2176637"/>
              <a:ext cx="575999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89F36C-5F10-CCDF-6B54-35272765A68B}"/>
                </a:ext>
              </a:extLst>
            </p:cNvPr>
            <p:cNvSpPr txBox="1"/>
            <p:nvPr/>
          </p:nvSpPr>
          <p:spPr>
            <a:xfrm>
              <a:off x="2509777" y="2305908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142DA5-CBCD-6891-8054-12F64E782D5E}"/>
              </a:ext>
            </a:extLst>
          </p:cNvPr>
          <p:cNvGrpSpPr/>
          <p:nvPr/>
        </p:nvGrpSpPr>
        <p:grpSpPr>
          <a:xfrm>
            <a:off x="2795138" y="3020353"/>
            <a:ext cx="576000" cy="576000"/>
            <a:chOff x="5405530" y="2176637"/>
            <a:chExt cx="576000" cy="576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393C4ED-83E5-0D93-D3CE-4F9DD407E288}"/>
                </a:ext>
              </a:extLst>
            </p:cNvPr>
            <p:cNvSpPr/>
            <p:nvPr/>
          </p:nvSpPr>
          <p:spPr>
            <a:xfrm>
              <a:off x="5405530" y="2176637"/>
              <a:ext cx="576000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D9338F-873C-97B0-0CAD-14FE30BFCA63}"/>
                </a:ext>
              </a:extLst>
            </p:cNvPr>
            <p:cNvSpPr txBox="1"/>
            <p:nvPr/>
          </p:nvSpPr>
          <p:spPr>
            <a:xfrm>
              <a:off x="5589884" y="2305908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</a:t>
              </a:r>
              <a:endParaRPr lang="en-U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64AC01-B5BD-3489-C8C4-184C11E9023F}"/>
              </a:ext>
            </a:extLst>
          </p:cNvPr>
          <p:cNvCxnSpPr>
            <a:cxnSpLocks/>
            <a:stCxn id="4" idx="7"/>
            <a:endCxn id="8" idx="1"/>
          </p:cNvCxnSpPr>
          <p:nvPr/>
        </p:nvCxnSpPr>
        <p:spPr>
          <a:xfrm flipV="1">
            <a:off x="1199978" y="3104707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ABD806D-5C8D-7B0B-D63A-61EE1A2BD697}"/>
              </a:ext>
            </a:extLst>
          </p:cNvPr>
          <p:cNvCxnSpPr>
            <a:cxnSpLocks/>
            <a:stCxn id="8" idx="7"/>
            <a:endCxn id="11" idx="1"/>
          </p:cNvCxnSpPr>
          <p:nvPr/>
        </p:nvCxnSpPr>
        <p:spPr>
          <a:xfrm flipV="1">
            <a:off x="2243381" y="3104706"/>
            <a:ext cx="636110" cy="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DE472A8-F837-6BD7-119A-38B27226943B}"/>
              </a:ext>
            </a:extLst>
          </p:cNvPr>
          <p:cNvSpPr txBox="1"/>
          <p:nvPr/>
        </p:nvSpPr>
        <p:spPr>
          <a:xfrm>
            <a:off x="2381413" y="3008532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E02144-E36C-851E-60AC-12E3D5D002BE}"/>
              </a:ext>
            </a:extLst>
          </p:cNvPr>
          <p:cNvSpPr txBox="1"/>
          <p:nvPr/>
        </p:nvSpPr>
        <p:spPr>
          <a:xfrm>
            <a:off x="1375024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λ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1410BC6-7F4D-7D4B-6EB2-3D4AE91001A3}"/>
              </a:ext>
            </a:extLst>
          </p:cNvPr>
          <p:cNvCxnSpPr>
            <a:cxnSpLocks/>
            <a:stCxn id="4" idx="5"/>
            <a:endCxn id="8" idx="3"/>
          </p:cNvCxnSpPr>
          <p:nvPr/>
        </p:nvCxnSpPr>
        <p:spPr>
          <a:xfrm flipV="1">
            <a:off x="1199978" y="3512001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E43C3C3-58C8-BB93-5493-F976F7511301}"/>
              </a:ext>
            </a:extLst>
          </p:cNvPr>
          <p:cNvSpPr txBox="1"/>
          <p:nvPr/>
        </p:nvSpPr>
        <p:spPr>
          <a:xfrm>
            <a:off x="1365150" y="341785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D4803C-1588-C973-A708-D8EFC35F7F46}"/>
              </a:ext>
            </a:extLst>
          </p:cNvPr>
          <p:cNvGrpSpPr/>
          <p:nvPr/>
        </p:nvGrpSpPr>
        <p:grpSpPr>
          <a:xfrm>
            <a:off x="4910144" y="3026161"/>
            <a:ext cx="604198" cy="576000"/>
            <a:chOff x="1659284" y="1019175"/>
            <a:chExt cx="384205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77EE4EB-0E76-8F64-EA25-4182B2E7CCB8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DE969E-A011-F782-9B47-9126EE3FF347}"/>
                </a:ext>
              </a:extLst>
            </p:cNvPr>
            <p:cNvSpPr txBox="1"/>
            <p:nvPr/>
          </p:nvSpPr>
          <p:spPr>
            <a:xfrm>
              <a:off x="1691300" y="114844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test</a:t>
              </a:r>
              <a:endParaRPr lang="en-US" sz="1600" baseline="-250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08D859-D768-4AE7-FD75-09132645783C}"/>
              </a:ext>
            </a:extLst>
          </p:cNvPr>
          <p:cNvCxnSpPr>
            <a:cxnSpLocks/>
            <a:stCxn id="11" idx="7"/>
            <a:endCxn id="15" idx="1"/>
          </p:cNvCxnSpPr>
          <p:nvPr/>
        </p:nvCxnSpPr>
        <p:spPr>
          <a:xfrm>
            <a:off x="3286785" y="3104706"/>
            <a:ext cx="1707712" cy="580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B477E30-C72D-F74F-865E-7EEA55527BBD}"/>
              </a:ext>
            </a:extLst>
          </p:cNvPr>
          <p:cNvSpPr txBox="1"/>
          <p:nvPr/>
        </p:nvSpPr>
        <p:spPr>
          <a:xfrm>
            <a:off x="4388578" y="3026116"/>
            <a:ext cx="24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γ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95A7676-0149-33A1-A207-F0899F44C816}"/>
              </a:ext>
            </a:extLst>
          </p:cNvPr>
          <p:cNvCxnSpPr>
            <a:cxnSpLocks/>
            <a:stCxn id="13" idx="0"/>
            <a:endCxn id="4" idx="0"/>
          </p:cNvCxnSpPr>
          <p:nvPr/>
        </p:nvCxnSpPr>
        <p:spPr>
          <a:xfrm rot="16200000" flipH="1" flipV="1">
            <a:off x="3632670" y="383282"/>
            <a:ext cx="729" cy="5273418"/>
          </a:xfrm>
          <a:prstGeom prst="bentConnector3">
            <a:avLst>
              <a:gd name="adj1" fmla="val -31358025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1D0707D-2DED-8DC8-1E5D-8CF09446A880}"/>
              </a:ext>
            </a:extLst>
          </p:cNvPr>
          <p:cNvSpPr txBox="1"/>
          <p:nvPr/>
        </p:nvSpPr>
        <p:spPr>
          <a:xfrm>
            <a:off x="6016429" y="2484032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AFA840-BED8-A897-8C14-A09585E6976E}"/>
              </a:ext>
            </a:extLst>
          </p:cNvPr>
          <p:cNvSpPr txBox="1"/>
          <p:nvPr/>
        </p:nvSpPr>
        <p:spPr>
          <a:xfrm>
            <a:off x="662925" y="1222047"/>
            <a:ext cx="15226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Hospital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BFD2C9-F0FC-A918-E76F-ED2A7F0B5352}"/>
              </a:ext>
            </a:extLst>
          </p:cNvPr>
          <p:cNvSpPr/>
          <p:nvPr/>
        </p:nvSpPr>
        <p:spPr>
          <a:xfrm>
            <a:off x="546115" y="5577901"/>
            <a:ext cx="6153573" cy="10398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770EB9D-E337-38D7-3DB7-D21AB5C87AA5}"/>
              </a:ext>
            </a:extLst>
          </p:cNvPr>
          <p:cNvGrpSpPr/>
          <p:nvPr/>
        </p:nvGrpSpPr>
        <p:grpSpPr>
          <a:xfrm>
            <a:off x="708325" y="5749300"/>
            <a:ext cx="575999" cy="576000"/>
            <a:chOff x="896085" y="5162305"/>
            <a:chExt cx="575999" cy="576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D790574-F05E-80E1-4026-B6C361C47BFA}"/>
                </a:ext>
              </a:extLst>
            </p:cNvPr>
            <p:cNvSpPr/>
            <p:nvPr/>
          </p:nvSpPr>
          <p:spPr>
            <a:xfrm>
              <a:off x="896085" y="5162305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D6D6103-F589-7AEE-7FDE-444F8F7CDF1B}"/>
                </a:ext>
              </a:extLst>
            </p:cNvPr>
            <p:cNvSpPr txBox="1"/>
            <p:nvPr/>
          </p:nvSpPr>
          <p:spPr>
            <a:xfrm flipH="1">
              <a:off x="1051434" y="5275769"/>
              <a:ext cx="265206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E4966D4-04EC-C4CA-3847-CAAB00B335B9}"/>
              </a:ext>
            </a:extLst>
          </p:cNvPr>
          <p:cNvGrpSpPr/>
          <p:nvPr/>
        </p:nvGrpSpPr>
        <p:grpSpPr>
          <a:xfrm>
            <a:off x="1745690" y="5749300"/>
            <a:ext cx="575999" cy="576000"/>
            <a:chOff x="2310240" y="5162303"/>
            <a:chExt cx="575999" cy="57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D3621B7-7BFD-70FE-EBF9-F1B87C42141E}"/>
                </a:ext>
              </a:extLst>
            </p:cNvPr>
            <p:cNvSpPr/>
            <p:nvPr/>
          </p:nvSpPr>
          <p:spPr>
            <a:xfrm>
              <a:off x="2310240" y="5162303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486FE5E-EC21-1223-FFD3-43B97BE0E28A}"/>
                </a:ext>
              </a:extLst>
            </p:cNvPr>
            <p:cNvSpPr txBox="1"/>
            <p:nvPr/>
          </p:nvSpPr>
          <p:spPr>
            <a:xfrm>
              <a:off x="2449915" y="5291574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A203AAA-8A7B-44E3-FF75-98A7DECF24DD}"/>
              </a:ext>
            </a:extLst>
          </p:cNvPr>
          <p:cNvGrpSpPr/>
          <p:nvPr/>
        </p:nvGrpSpPr>
        <p:grpSpPr>
          <a:xfrm>
            <a:off x="2795138" y="5744041"/>
            <a:ext cx="576000" cy="576000"/>
            <a:chOff x="3859213" y="5162302"/>
            <a:chExt cx="576000" cy="576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5EC8F08-8EB8-3154-C00B-E353C47980A3}"/>
                </a:ext>
              </a:extLst>
            </p:cNvPr>
            <p:cNvSpPr/>
            <p:nvPr/>
          </p:nvSpPr>
          <p:spPr>
            <a:xfrm>
              <a:off x="3859213" y="5162302"/>
              <a:ext cx="576000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B41FBB7-3C08-4698-4FCB-4F9ED179ED85}"/>
                </a:ext>
              </a:extLst>
            </p:cNvPr>
            <p:cNvSpPr txBox="1"/>
            <p:nvPr/>
          </p:nvSpPr>
          <p:spPr>
            <a:xfrm>
              <a:off x="4043567" y="5291573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1BF7C3BA-B4AB-B027-1DC1-962084E0622B}"/>
              </a:ext>
            </a:extLst>
          </p:cNvPr>
          <p:cNvSpPr txBox="1"/>
          <p:nvPr/>
        </p:nvSpPr>
        <p:spPr>
          <a:xfrm>
            <a:off x="970141" y="5003107"/>
            <a:ext cx="484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99DCDB3-DC20-C844-89A7-E128AE031A33}"/>
              </a:ext>
            </a:extLst>
          </p:cNvPr>
          <p:cNvSpPr txBox="1"/>
          <p:nvPr/>
        </p:nvSpPr>
        <p:spPr>
          <a:xfrm>
            <a:off x="2012786" y="4998970"/>
            <a:ext cx="3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06116A-7350-D7AE-F2C6-15E45BBDDC0E}"/>
              </a:ext>
            </a:extLst>
          </p:cNvPr>
          <p:cNvSpPr txBox="1"/>
          <p:nvPr/>
        </p:nvSpPr>
        <p:spPr>
          <a:xfrm>
            <a:off x="3055499" y="5003107"/>
            <a:ext cx="3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78C0F9-2EC3-E5E8-F38C-151DB57A620B}"/>
              </a:ext>
            </a:extLst>
          </p:cNvPr>
          <p:cNvSpPr txBox="1"/>
          <p:nvPr/>
        </p:nvSpPr>
        <p:spPr>
          <a:xfrm>
            <a:off x="5650447" y="4994138"/>
            <a:ext cx="68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59579F1-9C48-593C-22B1-72C69D546255}"/>
              </a:ext>
            </a:extLst>
          </p:cNvPr>
          <p:cNvCxnSpPr>
            <a:cxnSpLocks/>
            <a:stCxn id="56" idx="1"/>
            <a:endCxn id="4" idx="3"/>
          </p:cNvCxnSpPr>
          <p:nvPr/>
        </p:nvCxnSpPr>
        <p:spPr>
          <a:xfrm flipV="1">
            <a:off x="792678" y="3512003"/>
            <a:ext cx="7" cy="232165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4A6406E-674F-3892-8DD5-DFECE22BB045}"/>
              </a:ext>
            </a:extLst>
          </p:cNvPr>
          <p:cNvCxnSpPr>
            <a:cxnSpLocks/>
            <a:stCxn id="61" idx="1"/>
            <a:endCxn id="8" idx="3"/>
          </p:cNvCxnSpPr>
          <p:nvPr/>
        </p:nvCxnSpPr>
        <p:spPr>
          <a:xfrm flipV="1">
            <a:off x="1830043" y="3512001"/>
            <a:ext cx="6045" cy="232165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905B988-5A5B-6A60-B551-D6C55CF403CF}"/>
              </a:ext>
            </a:extLst>
          </p:cNvPr>
          <p:cNvCxnSpPr>
            <a:cxnSpLocks/>
            <a:stCxn id="65" idx="1"/>
            <a:endCxn id="11" idx="3"/>
          </p:cNvCxnSpPr>
          <p:nvPr/>
        </p:nvCxnSpPr>
        <p:spPr>
          <a:xfrm flipV="1">
            <a:off x="2879491" y="3512000"/>
            <a:ext cx="0" cy="231639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EE0121F9-2481-74B4-0A0C-72A316FC0FBB}"/>
              </a:ext>
            </a:extLst>
          </p:cNvPr>
          <p:cNvSpPr txBox="1"/>
          <p:nvPr/>
        </p:nvSpPr>
        <p:spPr>
          <a:xfrm>
            <a:off x="1449744" y="4976879"/>
            <a:ext cx="4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C837349-7D3F-7F8F-859E-0F4FBE55AC0C}"/>
              </a:ext>
            </a:extLst>
          </p:cNvPr>
          <p:cNvSpPr txBox="1"/>
          <p:nvPr/>
        </p:nvSpPr>
        <p:spPr>
          <a:xfrm>
            <a:off x="2549140" y="5003107"/>
            <a:ext cx="36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34ABAF7-1D1E-2287-9E9A-D2DEFD431FCE}"/>
              </a:ext>
            </a:extLst>
          </p:cNvPr>
          <p:cNvCxnSpPr>
            <a:cxnSpLocks/>
            <a:stCxn id="8" idx="4"/>
            <a:endCxn id="61" idx="0"/>
          </p:cNvCxnSpPr>
          <p:nvPr/>
        </p:nvCxnSpPr>
        <p:spPr>
          <a:xfrm flipH="1">
            <a:off x="2033690" y="3596354"/>
            <a:ext cx="6045" cy="2152946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6327EF3-D361-4652-A8D2-8D22C68793DD}"/>
              </a:ext>
            </a:extLst>
          </p:cNvPr>
          <p:cNvCxnSpPr>
            <a:cxnSpLocks/>
            <a:stCxn id="4" idx="4"/>
            <a:endCxn id="56" idx="0"/>
          </p:cNvCxnSpPr>
          <p:nvPr/>
        </p:nvCxnSpPr>
        <p:spPr>
          <a:xfrm flipH="1">
            <a:off x="996325" y="3596356"/>
            <a:ext cx="7" cy="215294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22C3E38-73DC-A85C-1ED6-3F2704B2E98D}"/>
              </a:ext>
            </a:extLst>
          </p:cNvPr>
          <p:cNvCxnSpPr>
            <a:cxnSpLocks/>
            <a:stCxn id="11" idx="4"/>
            <a:endCxn id="65" idx="0"/>
          </p:cNvCxnSpPr>
          <p:nvPr/>
        </p:nvCxnSpPr>
        <p:spPr>
          <a:xfrm>
            <a:off x="3083138" y="3596353"/>
            <a:ext cx="0" cy="214768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F91E8B1-1DCE-946D-A064-E93C1142782F}"/>
              </a:ext>
            </a:extLst>
          </p:cNvPr>
          <p:cNvGrpSpPr/>
          <p:nvPr/>
        </p:nvGrpSpPr>
        <p:grpSpPr>
          <a:xfrm>
            <a:off x="3394785" y="1535069"/>
            <a:ext cx="575999" cy="576000"/>
            <a:chOff x="2292594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4C1CD4C-0271-1AA8-7363-ABD39D4775DB}"/>
                </a:ext>
              </a:extLst>
            </p:cNvPr>
            <p:cNvSpPr/>
            <p:nvPr/>
          </p:nvSpPr>
          <p:spPr>
            <a:xfrm>
              <a:off x="2292594" y="1019175"/>
              <a:ext cx="366273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C44DD38-88B9-794E-6084-4DF848671AD9}"/>
                </a:ext>
              </a:extLst>
            </p:cNvPr>
            <p:cNvSpPr txBox="1"/>
            <p:nvPr/>
          </p:nvSpPr>
          <p:spPr>
            <a:xfrm flipH="1">
              <a:off x="2391379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DF6B182-0964-E8BA-6BC1-A46269BC94EE}"/>
              </a:ext>
            </a:extLst>
          </p:cNvPr>
          <p:cNvCxnSpPr>
            <a:cxnSpLocks/>
            <a:stCxn id="11" idx="0"/>
            <a:endCxn id="124" idx="4"/>
          </p:cNvCxnSpPr>
          <p:nvPr/>
        </p:nvCxnSpPr>
        <p:spPr>
          <a:xfrm flipV="1">
            <a:off x="3083138" y="2111069"/>
            <a:ext cx="599647" cy="90928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1112B00-61EF-670B-F383-0A92F2BC48D3}"/>
              </a:ext>
            </a:extLst>
          </p:cNvPr>
          <p:cNvCxnSpPr>
            <a:cxnSpLocks/>
            <a:stCxn id="4" idx="0"/>
            <a:endCxn id="124" idx="2"/>
          </p:cNvCxnSpPr>
          <p:nvPr/>
        </p:nvCxnSpPr>
        <p:spPr>
          <a:xfrm flipV="1">
            <a:off x="996326" y="1823069"/>
            <a:ext cx="2398459" cy="11972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78E8028-963E-6906-D9CC-9CDD431C2484}"/>
              </a:ext>
            </a:extLst>
          </p:cNvPr>
          <p:cNvCxnSpPr>
            <a:cxnSpLocks/>
            <a:stCxn id="8" idx="0"/>
            <a:endCxn id="124" idx="3"/>
          </p:cNvCxnSpPr>
          <p:nvPr/>
        </p:nvCxnSpPr>
        <p:spPr>
          <a:xfrm flipV="1">
            <a:off x="2039735" y="2026716"/>
            <a:ext cx="1439403" cy="99363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8A95A11-5486-A47B-823C-541E0B8E5806}"/>
              </a:ext>
            </a:extLst>
          </p:cNvPr>
          <p:cNvCxnSpPr>
            <a:cxnSpLocks/>
            <a:stCxn id="15" idx="0"/>
            <a:endCxn id="124" idx="6"/>
          </p:cNvCxnSpPr>
          <p:nvPr/>
        </p:nvCxnSpPr>
        <p:spPr>
          <a:xfrm flipH="1" flipV="1">
            <a:off x="3970784" y="1823069"/>
            <a:ext cx="1227359" cy="120309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3A6EEBCC-06AB-6A38-FC12-127E32213517}"/>
              </a:ext>
            </a:extLst>
          </p:cNvPr>
          <p:cNvSpPr txBox="1"/>
          <p:nvPr/>
        </p:nvSpPr>
        <p:spPr>
          <a:xfrm>
            <a:off x="1770842" y="2136619"/>
            <a:ext cx="550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ECC8946-AB56-9B85-35FB-0700336BBFF8}"/>
              </a:ext>
            </a:extLst>
          </p:cNvPr>
          <p:cNvSpPr txBox="1"/>
          <p:nvPr/>
        </p:nvSpPr>
        <p:spPr>
          <a:xfrm>
            <a:off x="2485878" y="2136619"/>
            <a:ext cx="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704984C-1DE4-2D0A-BC28-6C0B9F543998}"/>
              </a:ext>
            </a:extLst>
          </p:cNvPr>
          <p:cNvSpPr txBox="1"/>
          <p:nvPr/>
        </p:nvSpPr>
        <p:spPr>
          <a:xfrm>
            <a:off x="3094850" y="2136619"/>
            <a:ext cx="40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6C1F798-1D22-005E-8252-E8EF7717A5E1}"/>
              </a:ext>
            </a:extLst>
          </p:cNvPr>
          <p:cNvSpPr txBox="1"/>
          <p:nvPr/>
        </p:nvSpPr>
        <p:spPr>
          <a:xfrm>
            <a:off x="4520273" y="2136619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Xtest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92F4E7A-07CE-0C7F-D7ED-135E3C56DE06}"/>
              </a:ext>
            </a:extLst>
          </p:cNvPr>
          <p:cNvCxnSpPr>
            <a:cxnSpLocks/>
            <a:stCxn id="47" idx="7"/>
            <a:endCxn id="15" idx="2"/>
          </p:cNvCxnSpPr>
          <p:nvPr/>
        </p:nvCxnSpPr>
        <p:spPr>
          <a:xfrm flipV="1">
            <a:off x="4330187" y="3314161"/>
            <a:ext cx="579957" cy="56214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1EEE931-5D03-A1D8-E915-9DB56F6ACF00}"/>
              </a:ext>
            </a:extLst>
          </p:cNvPr>
          <p:cNvSpPr txBox="1"/>
          <p:nvPr/>
        </p:nvSpPr>
        <p:spPr>
          <a:xfrm>
            <a:off x="4377125" y="3364061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π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EBD473-62E0-7197-CB40-615BA52733B9}"/>
              </a:ext>
            </a:extLst>
          </p:cNvPr>
          <p:cNvGrpSpPr/>
          <p:nvPr/>
        </p:nvGrpSpPr>
        <p:grpSpPr>
          <a:xfrm>
            <a:off x="5981744" y="3019627"/>
            <a:ext cx="635630" cy="576000"/>
            <a:chOff x="1659284" y="1019175"/>
            <a:chExt cx="404191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4AF7F21-FF55-32D0-BAA7-89F8E26C5B95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FBCD7D-DF7A-79C7-CE5A-7FE2643BCF24}"/>
                </a:ext>
              </a:extLst>
            </p:cNvPr>
            <p:cNvSpPr txBox="1"/>
            <p:nvPr/>
          </p:nvSpPr>
          <p:spPr>
            <a:xfrm>
              <a:off x="1681340" y="1149172"/>
              <a:ext cx="382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treat</a:t>
              </a:r>
              <a:endParaRPr lang="en-US" sz="1600" baseline="-250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46B26B3-F893-3263-0CC4-11ACCD41360F}"/>
              </a:ext>
            </a:extLst>
          </p:cNvPr>
          <p:cNvSpPr txBox="1"/>
          <p:nvPr/>
        </p:nvSpPr>
        <p:spPr>
          <a:xfrm>
            <a:off x="5478946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θ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F76E94-3404-CB7B-5622-1D89AE4C5FE0}"/>
              </a:ext>
            </a:extLst>
          </p:cNvPr>
          <p:cNvCxnSpPr>
            <a:cxnSpLocks/>
            <a:stCxn id="15" idx="7"/>
            <a:endCxn id="13" idx="1"/>
          </p:cNvCxnSpPr>
          <p:nvPr/>
        </p:nvCxnSpPr>
        <p:spPr>
          <a:xfrm flipV="1">
            <a:off x="5401789" y="3103980"/>
            <a:ext cx="664308" cy="6534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13DF291-54CB-6217-C271-C49EA5A6ACA3}"/>
              </a:ext>
            </a:extLst>
          </p:cNvPr>
          <p:cNvCxnSpPr>
            <a:cxnSpLocks/>
            <a:stCxn id="13" idx="0"/>
            <a:endCxn id="124" idx="7"/>
          </p:cNvCxnSpPr>
          <p:nvPr/>
        </p:nvCxnSpPr>
        <p:spPr>
          <a:xfrm flipH="1" flipV="1">
            <a:off x="3886431" y="1619422"/>
            <a:ext cx="2383313" cy="14002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54FE5E6-8E3D-3614-5761-0F2B59AF02C2}"/>
              </a:ext>
            </a:extLst>
          </p:cNvPr>
          <p:cNvSpPr txBox="1"/>
          <p:nvPr/>
        </p:nvSpPr>
        <p:spPr>
          <a:xfrm>
            <a:off x="5217262" y="2136619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D36EED7-A90C-D2E6-ADBF-04E2171838B2}"/>
              </a:ext>
            </a:extLst>
          </p:cNvPr>
          <p:cNvGrpSpPr/>
          <p:nvPr/>
        </p:nvGrpSpPr>
        <p:grpSpPr>
          <a:xfrm>
            <a:off x="3838542" y="3791948"/>
            <a:ext cx="580963" cy="576000"/>
            <a:chOff x="1659284" y="1019175"/>
            <a:chExt cx="369430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4D26408-D0DA-E5E6-6213-F47CEFEFE906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CAB4D8A-67A4-0B63-8461-FC4257C5F0E9}"/>
                </a:ext>
              </a:extLst>
            </p:cNvPr>
            <p:cNvSpPr txBox="1"/>
            <p:nvPr/>
          </p:nvSpPr>
          <p:spPr>
            <a:xfrm>
              <a:off x="1676525" y="1161355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FN</a:t>
              </a:r>
              <a:endParaRPr lang="en-US" sz="1600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AC709B7-ED71-AB3F-805F-4FBEF4245BA1}"/>
              </a:ext>
            </a:extLst>
          </p:cNvPr>
          <p:cNvCxnSpPr>
            <a:cxnSpLocks/>
            <a:stCxn id="15" idx="3"/>
            <a:endCxn id="48" idx="3"/>
          </p:cNvCxnSpPr>
          <p:nvPr/>
        </p:nvCxnSpPr>
        <p:spPr>
          <a:xfrm flipH="1">
            <a:off x="4419505" y="3517808"/>
            <a:ext cx="574992" cy="585597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20C6D6F-C212-6ACB-0DF5-BBE62A9E3268}"/>
              </a:ext>
            </a:extLst>
          </p:cNvPr>
          <p:cNvSpPr txBox="1"/>
          <p:nvPr/>
        </p:nvSpPr>
        <p:spPr>
          <a:xfrm>
            <a:off x="4627722" y="3678399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06FBCC2-C6E5-458E-2B81-E5774FFA00DA}"/>
              </a:ext>
            </a:extLst>
          </p:cNvPr>
          <p:cNvCxnSpPr>
            <a:cxnSpLocks/>
            <a:stCxn id="47" idx="4"/>
            <a:endCxn id="65" idx="7"/>
          </p:cNvCxnSpPr>
          <p:nvPr/>
        </p:nvCxnSpPr>
        <p:spPr>
          <a:xfrm flipH="1">
            <a:off x="3286785" y="4367948"/>
            <a:ext cx="839756" cy="1460446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2110298-3A5C-60DF-1432-D0B27B3D567E}"/>
              </a:ext>
            </a:extLst>
          </p:cNvPr>
          <p:cNvCxnSpPr>
            <a:cxnSpLocks/>
            <a:stCxn id="47" idx="0"/>
            <a:endCxn id="124" idx="5"/>
          </p:cNvCxnSpPr>
          <p:nvPr/>
        </p:nvCxnSpPr>
        <p:spPr>
          <a:xfrm flipH="1" flipV="1">
            <a:off x="3886431" y="2026716"/>
            <a:ext cx="240110" cy="176523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C890A97-E5F2-705F-737D-D29248178CA1}"/>
              </a:ext>
            </a:extLst>
          </p:cNvPr>
          <p:cNvSpPr txBox="1"/>
          <p:nvPr/>
        </p:nvSpPr>
        <p:spPr>
          <a:xfrm>
            <a:off x="3899255" y="2136619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6400C8C-B0BD-1F12-4E56-61F3938B9C73}"/>
              </a:ext>
            </a:extLst>
          </p:cNvPr>
          <p:cNvSpPr txBox="1"/>
          <p:nvPr/>
        </p:nvSpPr>
        <p:spPr>
          <a:xfrm>
            <a:off x="3659829" y="4995098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6F50C9D-321F-984C-19B6-E1133C70D962}"/>
              </a:ext>
            </a:extLst>
          </p:cNvPr>
          <p:cNvCxnSpPr>
            <a:cxnSpLocks/>
          </p:cNvCxnSpPr>
          <p:nvPr/>
        </p:nvCxnSpPr>
        <p:spPr>
          <a:xfrm rot="5400000">
            <a:off x="2264227" y="232772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391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008A80-618D-03C9-F4E2-CFED5BEB3A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244217"/>
              </p:ext>
            </p:extLst>
          </p:nvPr>
        </p:nvGraphicFramePr>
        <p:xfrm>
          <a:off x="528916" y="393100"/>
          <a:ext cx="11134166" cy="6007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801">
                  <a:extLst>
                    <a:ext uri="{9D8B030D-6E8A-4147-A177-3AD203B41FA5}">
                      <a16:colId xmlns:a16="http://schemas.microsoft.com/office/drawing/2014/main" val="2991786072"/>
                    </a:ext>
                  </a:extLst>
                </a:gridCol>
                <a:gridCol w="1284801">
                  <a:extLst>
                    <a:ext uri="{9D8B030D-6E8A-4147-A177-3AD203B41FA5}">
                      <a16:colId xmlns:a16="http://schemas.microsoft.com/office/drawing/2014/main" val="4132158294"/>
                    </a:ext>
                  </a:extLst>
                </a:gridCol>
                <a:gridCol w="1583210">
                  <a:extLst>
                    <a:ext uri="{9D8B030D-6E8A-4147-A177-3AD203B41FA5}">
                      <a16:colId xmlns:a16="http://schemas.microsoft.com/office/drawing/2014/main" val="1975822679"/>
                    </a:ext>
                  </a:extLst>
                </a:gridCol>
                <a:gridCol w="2327118">
                  <a:extLst>
                    <a:ext uri="{9D8B030D-6E8A-4147-A177-3AD203B41FA5}">
                      <a16:colId xmlns:a16="http://schemas.microsoft.com/office/drawing/2014/main" val="693983631"/>
                    </a:ext>
                  </a:extLst>
                </a:gridCol>
                <a:gridCol w="2327118">
                  <a:extLst>
                    <a:ext uri="{9D8B030D-6E8A-4147-A177-3AD203B41FA5}">
                      <a16:colId xmlns:a16="http://schemas.microsoft.com/office/drawing/2014/main" val="2828118069"/>
                    </a:ext>
                  </a:extLst>
                </a:gridCol>
                <a:gridCol w="2327118">
                  <a:extLst>
                    <a:ext uri="{9D8B030D-6E8A-4147-A177-3AD203B41FA5}">
                      <a16:colId xmlns:a16="http://schemas.microsoft.com/office/drawing/2014/main" val="435785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endParaRPr lang="en-GB" sz="1000"/>
                    </a:p>
                    <a:p>
                      <a:r>
                        <a:rPr lang="en-GB" sz="1000"/>
                        <a:t>Isolate</a:t>
                      </a:r>
                      <a:endParaRPr lang="en-GB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Model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Neither suspected nor confirmed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Model 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Confirmed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Model 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Suspected and confirmed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32585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Patient states in isolation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None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 err="1"/>
                        <a:t>Xtreat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and </a:t>
                      </a:r>
                      <a:r>
                        <a:rPr lang="en-GB" sz="1000" dirty="0" err="1"/>
                        <a:t>Xtreat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4110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000" b="1" dirty="0"/>
                        <a:t>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dirty="0"/>
                        <a:t>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dirty="0"/>
                        <a:t>Parameter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Patient transfer required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Patient transfer required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/>
                        <a:t>Patient transfer required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710228"/>
                  </a:ext>
                </a:extLst>
              </a:tr>
              <a:tr h="331737">
                <a:tc>
                  <a:txBody>
                    <a:bodyPr/>
                    <a:lstStyle/>
                    <a:p>
                      <a:r>
                        <a:rPr lang="en-GB" sz="1000" dirty="0"/>
                        <a:t>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gamma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4456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FN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70595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000" dirty="0"/>
                        <a:t>FN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sigma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4093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err="1"/>
                        <a:t>Xtreat</a:t>
                      </a:r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theta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48305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Rate of arrivals to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from I (I* gamma) relative to Model 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Slower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34791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Rate of exports from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to </a:t>
                      </a:r>
                      <a:r>
                        <a:rPr lang="en-GB" sz="1000" dirty="0" err="1"/>
                        <a:t>Xtreat</a:t>
                      </a:r>
                      <a:r>
                        <a:rPr lang="en-GB" sz="1000" dirty="0"/>
                        <a:t> (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* theta) relative to Model 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Slower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81065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Rate of exports from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to FN (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* pi) relative to Model 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Slower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45117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Rate of arrivals to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from FN (FN * sigma)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Slower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91669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Values of theta and pi at 50% sensitivity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theta = pi</a:t>
                      </a:r>
                    </a:p>
                    <a:p>
                      <a:pPr algn="ctr"/>
                      <a:endParaRPr lang="en-GB" sz="1000" dirty="0"/>
                    </a:p>
                    <a:p>
                      <a:pPr algn="ctr"/>
                      <a:r>
                        <a:rPr lang="en-GB" sz="1000" dirty="0"/>
                        <a:t>Patients with a positive test result spend the same time in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as patients with a negative test result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theta &lt; pi</a:t>
                      </a:r>
                    </a:p>
                    <a:p>
                      <a:pPr algn="ctr"/>
                      <a:endParaRPr lang="en-GB" sz="1000" dirty="0"/>
                    </a:p>
                    <a:p>
                      <a:pPr algn="ctr"/>
                      <a:r>
                        <a:rPr lang="en-GB" sz="1000" dirty="0"/>
                        <a:t>Patients with a positive test result spend a longer time in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than patients with a negative test result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theta &gt; pi</a:t>
                      </a:r>
                    </a:p>
                    <a:p>
                      <a:pPr algn="ctr"/>
                      <a:endParaRPr lang="en-GB" sz="1000" dirty="0"/>
                    </a:p>
                    <a:p>
                      <a:pPr algn="ctr"/>
                      <a:r>
                        <a:rPr lang="en-GB" sz="1000" dirty="0"/>
                        <a:t>Patients with a negative test result spend a longer time in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 than patients with a positive test result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483232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Expected effect on the number of secondary cases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Model 1 &gt; Model 2 &gt; Model 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223644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r>
                        <a:rPr lang="en-GB" sz="1000" dirty="0"/>
                        <a:t>Expected effect on the number of missed cases relative to Model 1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GB" sz="1000" dirty="0"/>
                        <a:t>Deaths in </a:t>
                      </a:r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GB" sz="1000" dirty="0"/>
                        <a:t>Deaths and discharges from FN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GB" sz="1000" dirty="0"/>
                        <a:t>Higher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GB" sz="1000" dirty="0"/>
                        <a:t>Higher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GB" sz="1000" dirty="0"/>
                        <a:t>Unsure as expect a lower rate of arrivals from I, but patients with a negative test result spend longer in </a:t>
                      </a:r>
                      <a:r>
                        <a:rPr lang="en-GB" sz="1000" dirty="0" err="1"/>
                        <a:t>Xtest</a:t>
                      </a:r>
                      <a:endParaRPr lang="en-GB" sz="1000" dirty="0"/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GB" sz="1000" dirty="0"/>
                        <a:t>Unsure as expect a lower rate of arrivals from </a:t>
                      </a:r>
                      <a:r>
                        <a:rPr lang="en-GB" sz="1000" dirty="0" err="1"/>
                        <a:t>Xtest</a:t>
                      </a:r>
                      <a:r>
                        <a:rPr lang="en-GB" sz="1000" dirty="0"/>
                        <a:t>, but patients spend longer in FN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70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08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CB09-248D-3BBD-5B2A-A646E42D7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6570F35-1675-F5BF-CFA5-0E526FFCC841}"/>
              </a:ext>
            </a:extLst>
          </p:cNvPr>
          <p:cNvSpPr txBox="1"/>
          <p:nvPr/>
        </p:nvSpPr>
        <p:spPr>
          <a:xfrm>
            <a:off x="0" y="156870"/>
            <a:ext cx="6919083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Simplified Model 1: No isolation of suspected or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patients are on a general ward, no isolation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F79261E-E7D0-6EC5-001D-9B2305AD4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026287"/>
              </p:ext>
            </p:extLst>
          </p:nvPr>
        </p:nvGraphicFramePr>
        <p:xfrm>
          <a:off x="7075061" y="229320"/>
          <a:ext cx="4838350" cy="55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isolation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01D0F476-A8E8-868B-C8F8-F5FB4C54FDEB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BD3C9E2-D7E9-E7E8-70B9-2B1D194D8D09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3E0FA2-2B68-059D-DAD5-752F9EA6B90B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E6879A-FE5D-DF02-177D-7A2C7F0218B4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EC90272-63C0-B68C-8E55-4DE9C878D9E0}"/>
              </a:ext>
            </a:extLst>
          </p:cNvPr>
          <p:cNvSpPr txBox="1"/>
          <p:nvPr/>
        </p:nvSpPr>
        <p:spPr>
          <a:xfrm>
            <a:off x="5363137" y="6074818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7FD8023-5D7B-37B3-30E7-A64F8B050E54}"/>
              </a:ext>
            </a:extLst>
          </p:cNvPr>
          <p:cNvSpPr txBox="1"/>
          <p:nvPr/>
        </p:nvSpPr>
        <p:spPr>
          <a:xfrm>
            <a:off x="402191" y="4849394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F1B2F68-DB5F-B3A7-5237-AD99F6FA07B6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671F31-D40B-52EF-2763-DB21510BB5DE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B764A50-4F50-1B8E-1293-2EEB61D71BD5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8460B6C-4C4F-E09D-A2A9-36A0618D7DE4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B582C0-0B71-0C37-5EA8-B52D66AACDCF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77692EE-FD43-7612-5091-9744804E186D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80D6225-37BA-DC1B-526F-BA02A6AC63E3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E4746A-DA6E-416D-1BA3-646AEACDB69A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37AD0DC-393F-B04A-8D59-0F0988060C27}"/>
                </a:ext>
              </a:extLst>
            </p:cNvPr>
            <p:cNvCxnSpPr>
              <a:cxnSpLocks/>
              <a:stCxn id="4" idx="7"/>
              <a:endCxn id="11" idx="1"/>
            </p:cNvCxnSpPr>
            <p:nvPr/>
          </p:nvCxnSpPr>
          <p:spPr>
            <a:xfrm flipV="1">
              <a:off x="1199978" y="2977221"/>
              <a:ext cx="1679513" cy="3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1D08B5-F2DC-47FA-F4D1-87E6F6D8FD40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703B4EC-84FD-7474-D274-7467894EDDD7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2C70CEC-ABD1-2A4F-CCF2-FEEC014F7945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FF0C8E-ED33-3149-66EC-AC8723E3C062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FDFF267-3FFF-FA0E-BBB6-8D30817ACB4A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CC41F0-0D73-E368-6AC6-E9D17D9DAA4B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44EE37E-E216-856B-20D7-1E6A2F484850}"/>
                </a:ext>
              </a:extLst>
            </p:cNvPr>
            <p:cNvCxnSpPr>
              <a:cxnSpLocks/>
            </p:cNvCxnSpPr>
            <p:nvPr/>
          </p:nvCxnSpPr>
          <p:spPr>
            <a:xfrm>
              <a:off x="6275712" y="3463278"/>
              <a:ext cx="0" cy="1980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6D373C2-0590-FED9-8671-8EA9CE5EA438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C0E4344-4887-6827-8A36-A5E04B8EF7A1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7DC2F35-08E4-E106-518C-5E030CF89B9F}"/>
                </a:ext>
              </a:extLst>
            </p:cNvPr>
            <p:cNvGrpSpPr/>
            <p:nvPr/>
          </p:nvGrpSpPr>
          <p:grpSpPr>
            <a:xfrm>
              <a:off x="708325" y="5737110"/>
              <a:ext cx="575999" cy="576000"/>
              <a:chOff x="896085" y="5162305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7D5FDE1-2800-F809-1AF9-BDDEFF396FA4}"/>
                  </a:ext>
                </a:extLst>
              </p:cNvPr>
              <p:cNvSpPr/>
              <p:nvPr/>
            </p:nvSpPr>
            <p:spPr>
              <a:xfrm>
                <a:off x="896085" y="5162305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E9F516-96E0-0E62-0085-187011AA0EEC}"/>
                  </a:ext>
                </a:extLst>
              </p:cNvPr>
              <p:cNvSpPr txBox="1"/>
              <p:nvPr/>
            </p:nvSpPr>
            <p:spPr>
              <a:xfrm flipH="1">
                <a:off x="1051434" y="5275769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332EC8C-A5FE-D552-3A5A-EF9D0087B972}"/>
                </a:ext>
              </a:extLst>
            </p:cNvPr>
            <p:cNvGrpSpPr/>
            <p:nvPr/>
          </p:nvGrpSpPr>
          <p:grpSpPr>
            <a:xfrm>
              <a:off x="2795138" y="5731851"/>
              <a:ext cx="576000" cy="576000"/>
              <a:chOff x="3859213" y="5162302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C8FEBC4-9FC2-8E10-6B84-58609978AB51}"/>
                  </a:ext>
                </a:extLst>
              </p:cNvPr>
              <p:cNvSpPr/>
              <p:nvPr/>
            </p:nvSpPr>
            <p:spPr>
              <a:xfrm>
                <a:off x="3859213" y="5162302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D290CE2-3DD6-AC53-9107-22F28069F8B1}"/>
                  </a:ext>
                </a:extLst>
              </p:cNvPr>
              <p:cNvSpPr txBox="1"/>
              <p:nvPr/>
            </p:nvSpPr>
            <p:spPr>
              <a:xfrm>
                <a:off x="4043567" y="5291573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3D0490C-93FE-56DA-A087-E1D99AFD71CD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11D6205-8C58-6C45-EC93-0B4DD84EAEB2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FB73FFC-3EAD-3B96-70D8-039DA3A8B5DB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AFE419BC-2FD2-B1C1-6023-1E1D27B8571F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4369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DE10AA26-F4C1-2F5C-A04B-CF25EC7EBA96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996332" y="3468871"/>
              <a:ext cx="8418" cy="19815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C0ECFE1F-9619-0403-F176-ACE38A80499C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26298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3537A3A7-E8F8-DB4C-273B-1910C3C88EDF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2CC24392-D4BA-41C7-5B35-75E8ED80ADE0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D974E26-19F4-288A-C78E-D9F5A5CCE42A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BF2FC51A-4495-7DC5-0770-5D54FBB30985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874C438C-2235-A26F-E0C1-10583A493CB1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A201D7A-4C8C-3ECE-A110-223DDADBE881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89E2BA0-472C-CABF-669C-9999FE9A213D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DD53636-387F-97B3-983E-7B95BF21E485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1395A9A-5722-82FB-F573-814580393CFB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31A4BD6-8E05-EAA8-BDB1-6AFC42AA75DB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4DCE732-555B-8817-AA57-DCB866E5482A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A053B39-0E50-C435-2198-85CC5A06DFC1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73D5286-0C57-C512-8CEF-99DB6ED3765D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48D064E-9B39-75B6-E906-4D26B91383D7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1C3170F-1E2C-92F4-EEEA-FE6B97F3EC66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AFDC059-D2E6-9F53-A39F-53BC9616348F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4BAC909-2464-3A5F-2BB2-1EB42A157DFD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1CB82EC-E4FB-6951-BCAC-B961886F6FF3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5CF3B44-0C7B-9A64-383E-B9DC81CE3DD3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1F58B4E-CDD3-2A49-1FC7-D5082C9276C3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0779D0A-7002-E600-AF08-0C1EC9A81344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53570D82-6747-A997-D0DD-3685EE5714F7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DE08EAC-E19F-8549-0273-B96DC4A2CD18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B7D0AF33-3CA5-9CAB-E7F7-04A7AB6EB4A9}"/>
                </a:ext>
              </a:extLst>
            </p:cNvPr>
            <p:cNvCxnSpPr>
              <a:cxnSpLocks/>
              <a:stCxn id="47" idx="4"/>
            </p:cNvCxnSpPr>
            <p:nvPr/>
          </p:nvCxnSpPr>
          <p:spPr>
            <a:xfrm>
              <a:off x="4126541" y="4240462"/>
              <a:ext cx="0" cy="1188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17CFE9A-3460-141D-E8F5-B30724955181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324A259-B207-E736-DA29-446424A3C81F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50D6CBC-DA11-CCF1-1214-4D919A3BEEBE}"/>
                </a:ext>
              </a:extLst>
            </p:cNvPr>
            <p:cNvSpPr txBox="1"/>
            <p:nvPr/>
          </p:nvSpPr>
          <p:spPr>
            <a:xfrm>
              <a:off x="4108250" y="4875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C3176C4-9A92-04F5-F217-873F34F1F74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632670" y="383282"/>
            <a:ext cx="729" cy="5273418"/>
          </a:xfrm>
          <a:prstGeom prst="bentConnector3">
            <a:avLst>
              <a:gd name="adj1" fmla="val -31358025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B0B067B-8CF2-8306-5EB1-EF823B5AEA77}"/>
              </a:ext>
            </a:extLst>
          </p:cNvPr>
          <p:cNvSpPr txBox="1"/>
          <p:nvPr/>
        </p:nvSpPr>
        <p:spPr>
          <a:xfrm>
            <a:off x="6016429" y="2484032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17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85E2-A039-DFC2-7FD9-939C43E3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69AEF74-DDFA-2B12-B06D-F119087BB055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Simplified Model 2: Isolate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patients are in isolation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13D8381-0D22-3AB6-4596-0015D5BBE459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55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isolation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DA34D13E-F30D-43CB-0AC2-287C8F352A5F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59A3EFF-E4EE-2BC4-710C-9EBE18CC78DA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EC514C-B023-D4F2-5BA3-898EE7F557E7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6B04A0-5B19-4740-7D19-668B7553663F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519B5B6-B882-CD57-F18A-4521166F18FA}"/>
              </a:ext>
            </a:extLst>
          </p:cNvPr>
          <p:cNvSpPr txBox="1"/>
          <p:nvPr/>
        </p:nvSpPr>
        <p:spPr>
          <a:xfrm>
            <a:off x="5363137" y="6074818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2CC1103-4535-9BE5-86BB-D83A0503765C}"/>
              </a:ext>
            </a:extLst>
          </p:cNvPr>
          <p:cNvSpPr txBox="1"/>
          <p:nvPr/>
        </p:nvSpPr>
        <p:spPr>
          <a:xfrm>
            <a:off x="402191" y="4849394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BABF9F-558C-C936-2F10-F27C9BC32140}"/>
              </a:ext>
            </a:extLst>
          </p:cNvPr>
          <p:cNvGrpSpPr/>
          <p:nvPr/>
        </p:nvGrpSpPr>
        <p:grpSpPr>
          <a:xfrm>
            <a:off x="581557" y="1252595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B56B1A-E769-79F5-F705-1780DACF9E47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808571D-2204-3003-5FE8-9B215C41469C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1CB0435-3682-006D-2E71-2417AEF3DEE6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566BF8-D773-3B8E-BF20-DE2475C1D9F4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3526432-DC73-AFF4-661C-72C9CAB7490B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CA0BAD5-BB7C-C6FC-341E-0B3A93841432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371CF0-9AC6-0496-AE82-02C7C5E2A731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63BCE13-1962-DFF5-82D6-837DC7F68CD0}"/>
                </a:ext>
              </a:extLst>
            </p:cNvPr>
            <p:cNvCxnSpPr>
              <a:cxnSpLocks/>
              <a:stCxn id="4" idx="7"/>
              <a:endCxn id="11" idx="1"/>
            </p:cNvCxnSpPr>
            <p:nvPr/>
          </p:nvCxnSpPr>
          <p:spPr>
            <a:xfrm flipV="1">
              <a:off x="1199978" y="2977221"/>
              <a:ext cx="1679513" cy="3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0D610CD-0209-066B-6CCE-0E4E477030AC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BD460E8-9E4A-47F4-498F-E1A9532F35E2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1932781-941C-A1CA-0AC5-F360F6B7B7F4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019801-FEEA-D861-A2C2-69AFF591A7A8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3838A21-8172-6CDD-F0FD-4B78C9A5CC80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480DE3-041C-1C0F-6EE8-4874DB6C2DC1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26D7182-A1A9-6F0B-0AB0-898999BACDA4}"/>
                </a:ext>
              </a:extLst>
            </p:cNvPr>
            <p:cNvCxnSpPr>
              <a:cxnSpLocks/>
            </p:cNvCxnSpPr>
            <p:nvPr/>
          </p:nvCxnSpPr>
          <p:spPr>
            <a:xfrm>
              <a:off x="6275712" y="3463278"/>
              <a:ext cx="0" cy="1980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B98D89C-038E-45BC-A57E-C7BAE0DD47E6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843D468-DDB5-2EEF-2A81-19011E7CC8F5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EE0621F-0D33-70C1-97FB-15FC8F78F8A3}"/>
                </a:ext>
              </a:extLst>
            </p:cNvPr>
            <p:cNvGrpSpPr/>
            <p:nvPr/>
          </p:nvGrpSpPr>
          <p:grpSpPr>
            <a:xfrm>
              <a:off x="708325" y="5737110"/>
              <a:ext cx="575999" cy="576000"/>
              <a:chOff x="896085" y="5162305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E3120F4-3E64-B325-81BF-A1233E123DFE}"/>
                  </a:ext>
                </a:extLst>
              </p:cNvPr>
              <p:cNvSpPr/>
              <p:nvPr/>
            </p:nvSpPr>
            <p:spPr>
              <a:xfrm>
                <a:off x="896085" y="5162305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05E0E5E-74D7-927C-78B6-CD2567B0BACA}"/>
                  </a:ext>
                </a:extLst>
              </p:cNvPr>
              <p:cNvSpPr txBox="1"/>
              <p:nvPr/>
            </p:nvSpPr>
            <p:spPr>
              <a:xfrm flipH="1">
                <a:off x="1051434" y="5275769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F18D047-2BE4-BFE9-B75C-2DEF92ED9B24}"/>
                </a:ext>
              </a:extLst>
            </p:cNvPr>
            <p:cNvGrpSpPr/>
            <p:nvPr/>
          </p:nvGrpSpPr>
          <p:grpSpPr>
            <a:xfrm>
              <a:off x="2795138" y="5731851"/>
              <a:ext cx="576000" cy="576000"/>
              <a:chOff x="3859213" y="5162302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3D752A06-E3C3-1074-BC30-C99E9B0F2FE2}"/>
                  </a:ext>
                </a:extLst>
              </p:cNvPr>
              <p:cNvSpPr/>
              <p:nvPr/>
            </p:nvSpPr>
            <p:spPr>
              <a:xfrm>
                <a:off x="3859213" y="5162302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0F50663-1083-2700-A1CA-ECB53B56452E}"/>
                  </a:ext>
                </a:extLst>
              </p:cNvPr>
              <p:cNvSpPr txBox="1"/>
              <p:nvPr/>
            </p:nvSpPr>
            <p:spPr>
              <a:xfrm>
                <a:off x="4043567" y="5291573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F917699-BE10-C2B9-B46A-24DD11B5E778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7670507-D910-F20E-F22F-DC4474EE93A7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FEEA010-9268-55A9-FCAD-9942903AC3BD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CE346E58-B576-58F7-351C-632128A37962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4369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3723C5E-0D70-E21C-D4EB-B0E511B5E8FF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996332" y="3468871"/>
              <a:ext cx="8418" cy="19815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61560F6-51DD-9922-7CFC-4194FCB41052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26298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C3595CB-B41B-63CB-B2CE-ACBD5544CF70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B5F597D-F923-F070-49E1-9E5CA32B7760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F86542E-57A5-5007-045D-DF98F7D6EA74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5ED1AF-73DA-08C8-05EE-8D489070C9F4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3EEB131C-F116-39A5-B9BE-6EF781BCE31D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146BA36A-3216-C4FC-5D97-A2C537C0E3AD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4E587DAF-EC2A-D626-4C2E-EB524326466B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C414775-1BAD-CB2D-5D6F-BD9F350E356A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637C761-4765-6A79-A128-87AC8704B9C9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059068A-2E48-0723-D728-856F4F1AC68F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A017760-6EB4-8952-625E-AB1445AEA54F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5F211B-4F61-1BF4-8E32-99D9DC0161C4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2889B01-D8DA-66BC-1F98-D05912DC1DEF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C2449F8-5C66-EEFA-B252-4D02264278B3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B9AC864-7E4B-9501-EE86-7676A722C10C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0894349-B117-39C7-CC99-C7BF7FC22A55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46736B4-17AA-C976-D110-3F710BC68D91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2AE0458-86D8-4909-1E9F-176857CF19DE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67AF09D-CEB7-4F1E-46E4-A453A3DDBE89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DE12FE3B-B490-2D2E-AE4C-6FE8D55B3E32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E6DB212-6992-CB36-E845-97415B7D47B7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5A5F638-7124-B5D8-E702-1402B493560D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36C1BE-0A65-F715-144A-50383C7001BB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7D9C17B-197A-D9BB-786F-8FABBBAFD5B4}"/>
                </a:ext>
              </a:extLst>
            </p:cNvPr>
            <p:cNvCxnSpPr>
              <a:cxnSpLocks/>
              <a:stCxn id="47" idx="4"/>
            </p:cNvCxnSpPr>
            <p:nvPr/>
          </p:nvCxnSpPr>
          <p:spPr>
            <a:xfrm>
              <a:off x="4126541" y="4240462"/>
              <a:ext cx="0" cy="1188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DAA510AC-EE47-2EC1-6923-1B6F2F35B064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7D55F1C-0C65-D65F-90ED-25FB1FB37D52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CEB395A-5987-BBC5-71E6-D2962BD95A6C}"/>
                </a:ext>
              </a:extLst>
            </p:cNvPr>
            <p:cNvSpPr txBox="1"/>
            <p:nvPr/>
          </p:nvSpPr>
          <p:spPr>
            <a:xfrm>
              <a:off x="4108250" y="4875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A0A8E14D-7918-1AC6-BDF6-94625C41332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632670" y="383282"/>
            <a:ext cx="729" cy="5273418"/>
          </a:xfrm>
          <a:prstGeom prst="bentConnector3">
            <a:avLst>
              <a:gd name="adj1" fmla="val -31358025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C90B95-84F9-94FB-082F-2C3C7BD4E5AB}"/>
              </a:ext>
            </a:extLst>
          </p:cNvPr>
          <p:cNvSpPr txBox="1"/>
          <p:nvPr/>
        </p:nvSpPr>
        <p:spPr>
          <a:xfrm>
            <a:off x="6016429" y="2484032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3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9F61-F4FF-C39A-5D3B-B76763ED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AD203A7-FD27-5671-0A16-7B76E2FC47ED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Simplified Model 3: Isolate suspected and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Patients in </a:t>
            </a:r>
            <a:r>
              <a:rPr lang="en-GB" sz="1400" dirty="0" err="1"/>
              <a:t>X</a:t>
            </a:r>
            <a:r>
              <a:rPr lang="en-GB" sz="1400" baseline="-25000" dirty="0" err="1"/>
              <a:t>test</a:t>
            </a:r>
            <a:r>
              <a:rPr lang="en-GB" sz="1400" dirty="0"/>
              <a:t> ad </a:t>
            </a: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are isolated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721E12A-A439-E334-9F0D-60131A333D74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55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isolation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9ECE0C04-5DB8-32F1-D177-D5780C353BE6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821EEAC-93B4-40CE-3584-CA6BA2DB67E1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AC2F2A-8149-7559-D04D-D924698AE29B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909E0A-5A57-AE8A-7260-F3F45F4DE283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D4CBAC3-2B28-F439-AAA3-B98C70FE3DE6}"/>
              </a:ext>
            </a:extLst>
          </p:cNvPr>
          <p:cNvSpPr txBox="1"/>
          <p:nvPr/>
        </p:nvSpPr>
        <p:spPr>
          <a:xfrm>
            <a:off x="5363137" y="6074818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485152-22F0-7668-B995-068CF68A26BD}"/>
              </a:ext>
            </a:extLst>
          </p:cNvPr>
          <p:cNvSpPr txBox="1"/>
          <p:nvPr/>
        </p:nvSpPr>
        <p:spPr>
          <a:xfrm>
            <a:off x="402191" y="4849394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9C8D2D5-8DE3-9154-5A29-8E026F3322BC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99F289-B48C-7E84-4C3A-01B2C75EDED3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B508A77-D0A7-5838-AFDB-F7BC9430AB85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6CED863-13BE-EB6D-5654-FDD479A0D063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16E98C-73FB-A202-5BC5-DAC2A34546DB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9401DEB-72A9-4BED-17D5-0B1FABBBA944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1BCBAB9-40C1-2206-A7B2-80BFA42452AA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71D03D-C92E-539C-AA94-90928B0EE35D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12C24C-F79B-F464-7247-8C0321184C1E}"/>
                </a:ext>
              </a:extLst>
            </p:cNvPr>
            <p:cNvCxnSpPr>
              <a:cxnSpLocks/>
              <a:stCxn id="4" idx="7"/>
              <a:endCxn id="11" idx="1"/>
            </p:cNvCxnSpPr>
            <p:nvPr/>
          </p:nvCxnSpPr>
          <p:spPr>
            <a:xfrm flipV="1">
              <a:off x="1199978" y="2977221"/>
              <a:ext cx="1679513" cy="3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BED36F0-F5DE-6963-C6D2-A036B36C8CBD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4E52447-1029-F9C3-8BFB-539AEDFA5699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EBC60A0-EC8E-4FBE-FE1B-856D5EADEC18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01B77D-5A7C-E1D5-A027-CDFC7AA1EA73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D1BD5E9-1F0F-3AF9-E98C-74DB99E192E6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6311C2A-97EA-E9DC-3427-E00058251E1C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56E6585-142A-6B84-79BE-8A18C519EEAC}"/>
                </a:ext>
              </a:extLst>
            </p:cNvPr>
            <p:cNvCxnSpPr>
              <a:cxnSpLocks/>
            </p:cNvCxnSpPr>
            <p:nvPr/>
          </p:nvCxnSpPr>
          <p:spPr>
            <a:xfrm>
              <a:off x="6275712" y="3463278"/>
              <a:ext cx="0" cy="1980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89186E2-BBBF-C999-9760-C7E7A76091E2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79441FA-B154-5C71-E832-41AA607C4D3F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3B27210-D065-83F0-5DB8-85A24BFC1148}"/>
                </a:ext>
              </a:extLst>
            </p:cNvPr>
            <p:cNvGrpSpPr/>
            <p:nvPr/>
          </p:nvGrpSpPr>
          <p:grpSpPr>
            <a:xfrm>
              <a:off x="708325" y="5737110"/>
              <a:ext cx="575999" cy="576000"/>
              <a:chOff x="896085" y="5162305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D3DB93B-0574-B3F4-A593-54C3E692CCFB}"/>
                  </a:ext>
                </a:extLst>
              </p:cNvPr>
              <p:cNvSpPr/>
              <p:nvPr/>
            </p:nvSpPr>
            <p:spPr>
              <a:xfrm>
                <a:off x="896085" y="5162305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B2C193F-DDBD-5C0D-39C4-C940D5145AD5}"/>
                  </a:ext>
                </a:extLst>
              </p:cNvPr>
              <p:cNvSpPr txBox="1"/>
              <p:nvPr/>
            </p:nvSpPr>
            <p:spPr>
              <a:xfrm flipH="1">
                <a:off x="1051434" y="5275769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CCA6F19-F256-36B0-BADF-25E06D9014B9}"/>
                </a:ext>
              </a:extLst>
            </p:cNvPr>
            <p:cNvGrpSpPr/>
            <p:nvPr/>
          </p:nvGrpSpPr>
          <p:grpSpPr>
            <a:xfrm>
              <a:off x="2795138" y="5731851"/>
              <a:ext cx="576000" cy="576000"/>
              <a:chOff x="3859213" y="5162302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4C267B2-C982-3847-D47C-E4E2183B14C8}"/>
                  </a:ext>
                </a:extLst>
              </p:cNvPr>
              <p:cNvSpPr/>
              <p:nvPr/>
            </p:nvSpPr>
            <p:spPr>
              <a:xfrm>
                <a:off x="3859213" y="5162302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14FC9E8-A4B9-D83E-BF7D-7680574253F9}"/>
                  </a:ext>
                </a:extLst>
              </p:cNvPr>
              <p:cNvSpPr txBox="1"/>
              <p:nvPr/>
            </p:nvSpPr>
            <p:spPr>
              <a:xfrm>
                <a:off x="4043567" y="5291573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845D7F2-6C91-EF3B-2D01-296BC9606F0F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034C048-F055-7694-AFC3-85602625B61C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2827328-384D-30F8-FE89-5CCBB0FB6CE1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8591FFB-8200-95A9-2BE9-52F6921AF383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4369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AF31DF5-CC8F-6BB5-E636-085953F564CA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996332" y="3468871"/>
              <a:ext cx="8418" cy="198154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DA8523D-DBDC-2F71-32AA-3B298537712C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262983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957E007B-AEF5-3A5A-2F28-0BEBCE9D07AD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7147FF72-F059-3CE2-791C-1B34E628B700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A8820A9-8A85-A3BD-B737-6127BF36FD58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7A81AB38-5EB8-2EC3-A9CC-0B4E8FA930D3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0DBA30E-4A6B-BEF4-6195-5B291B1E8B7D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F7344D2D-8DB0-C4D0-8C56-FA73876B33F6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3DACE5A-5721-4774-12C3-68A6915AD07B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EB0ABBF-18FF-C10A-DF7D-05512FBDADDE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146B117-2392-15C3-A8C8-E510B93A2C3C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CA9204C-92E0-4C12-52FC-89007FC82F0D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A9ED0B-334C-9F44-E68C-ADF069B21136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D906F80-308D-E419-5C60-6FF0D370DAE7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A2607D8-8112-8543-E154-28F1AEAAA5FC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4BC813-87FE-1B34-F175-4B201CF99A4A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47FE0E7-163F-4AEB-CD1B-1902E32B2665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54A7DF8-98A7-03AB-1B61-38D445AB15A6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2D967A4-E26F-A02C-FC5A-DDF38FC3D80D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CFDD1D9-45FD-03D8-304B-C7C40FFC8F74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6BEF495-C56C-23C9-7305-99F898D2D70A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099694F-C7A3-BB6D-1483-EB34518A0B58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7451833-8E15-0CF8-5DC9-445394047973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8184E80-70F8-68E0-A95C-F3E0A0C90487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B624510-7F9A-82AE-28C7-E0A99B93E1AD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538A4D5-68E7-3914-7879-E08AD773E6A0}"/>
                </a:ext>
              </a:extLst>
            </p:cNvPr>
            <p:cNvCxnSpPr>
              <a:cxnSpLocks/>
              <a:stCxn id="47" idx="4"/>
            </p:cNvCxnSpPr>
            <p:nvPr/>
          </p:nvCxnSpPr>
          <p:spPr>
            <a:xfrm>
              <a:off x="4126541" y="4240462"/>
              <a:ext cx="0" cy="118800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8F45A906-204E-687D-D04E-22F0EFF55D89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3ABDE4A-D29F-6FB6-F284-58FB1B392223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8EC9B79-A84A-3DE4-5F93-B402924835B5}"/>
                </a:ext>
              </a:extLst>
            </p:cNvPr>
            <p:cNvSpPr txBox="1"/>
            <p:nvPr/>
          </p:nvSpPr>
          <p:spPr>
            <a:xfrm>
              <a:off x="4108250" y="4875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F542F7CB-CE33-7B9A-2B38-1BA7A38AE8B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632670" y="383282"/>
            <a:ext cx="729" cy="5273418"/>
          </a:xfrm>
          <a:prstGeom prst="bentConnector3">
            <a:avLst>
              <a:gd name="adj1" fmla="val -31358025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74B655-CC16-61BB-FC97-EC5AB5F73CF6}"/>
              </a:ext>
            </a:extLst>
          </p:cNvPr>
          <p:cNvSpPr txBox="1"/>
          <p:nvPr/>
        </p:nvSpPr>
        <p:spPr>
          <a:xfrm>
            <a:off x="6016429" y="2484032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46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B08CD65-0D6A-6E3C-2313-86D1C1943242}"/>
              </a:ext>
            </a:extLst>
          </p:cNvPr>
          <p:cNvSpPr txBox="1"/>
          <p:nvPr/>
        </p:nvSpPr>
        <p:spPr>
          <a:xfrm>
            <a:off x="450870" y="4572000"/>
            <a:ext cx="54015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Model 1: Increasing sensitivity reduces cumulative missed cases</a:t>
            </a:r>
          </a:p>
          <a:p>
            <a:endParaRPr lang="en-GB" sz="1400" dirty="0"/>
          </a:p>
          <a:p>
            <a:r>
              <a:rPr lang="en-GB" sz="1400" dirty="0"/>
              <a:t>Model 2: Increasing sensitivity reduces cumulative missed cases, which are lower than Model 1 at sensitivity &gt;0%</a:t>
            </a:r>
          </a:p>
          <a:p>
            <a:endParaRPr lang="en-GB" sz="1400" dirty="0"/>
          </a:p>
          <a:p>
            <a:r>
              <a:rPr lang="en-GB" sz="1400" dirty="0"/>
              <a:t>Model 3: Increasing sensitivity reduces cumulative missed cases, which are lower than Model 1 at all levels of sensitivity, and lower than Model 2 at sensitivity of 75% or less (but higher at 100%)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780A73-433C-ED5E-F1B3-A81F334F82E5}"/>
              </a:ext>
            </a:extLst>
          </p:cNvPr>
          <p:cNvSpPr txBox="1"/>
          <p:nvPr/>
        </p:nvSpPr>
        <p:spPr>
          <a:xfrm>
            <a:off x="6096000" y="4572000"/>
            <a:ext cx="54015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Model 1: Increasing sensitivity reduces cumulative secondary cases</a:t>
            </a:r>
          </a:p>
          <a:p>
            <a:endParaRPr lang="en-GB" sz="1400" dirty="0"/>
          </a:p>
          <a:p>
            <a:r>
              <a:rPr lang="en-GB" sz="1400" dirty="0"/>
              <a:t>Model 2: Increasing sensitivity reduces cumulative secondary cases, which are lower than Model 1 at sensitivity &gt;0%</a:t>
            </a:r>
          </a:p>
          <a:p>
            <a:endParaRPr lang="en-GB" sz="1400" dirty="0"/>
          </a:p>
          <a:p>
            <a:r>
              <a:rPr lang="en-GB" sz="1400" dirty="0"/>
              <a:t>Model 3: Increasing sensitivity reduces cumulative secondary cases, which are lower than Models 1 &amp; 2 for all levels of sensitivity.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3A4930-3461-84D3-A7B0-C69F06F17E28}"/>
              </a:ext>
            </a:extLst>
          </p:cNvPr>
          <p:cNvSpPr txBox="1"/>
          <p:nvPr/>
        </p:nvSpPr>
        <p:spPr>
          <a:xfrm>
            <a:off x="539496" y="347472"/>
            <a:ext cx="107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Results from a simplified model (</a:t>
            </a:r>
            <a:r>
              <a:rPr lang="en-GB" b="1"/>
              <a:t>no colonised </a:t>
            </a:r>
            <a:r>
              <a:rPr lang="en-GB" b="1" dirty="0"/>
              <a:t>state, patient transfer time = 0.5 days)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FCC452-2837-B654-871D-3F1165782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70" y="716804"/>
            <a:ext cx="5401524" cy="3779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BC9580-A2A5-005D-7DDB-6CB494F49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606" y="716804"/>
            <a:ext cx="5401524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6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107A00-F697-F1CD-CC88-A3EEC29F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00133"/>
              </p:ext>
            </p:extLst>
          </p:nvPr>
        </p:nvGraphicFramePr>
        <p:xfrm>
          <a:off x="2032000" y="719666"/>
          <a:ext cx="81280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841251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883402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413473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330180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59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Admitted infected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Admitted colonised, progress to infection during hospital stay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Become colonised but don’t progress to infection during hospital stay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Become colonised and progress to infection during hospital stay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38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3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Hospital onset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865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Hospital-acquired (secondary)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474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147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A5F8-9B12-EAE8-E153-41ACD021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A70532-6BCB-CEC8-82F9-9A5B158FE383}"/>
              </a:ext>
            </a:extLst>
          </p:cNvPr>
          <p:cNvSpPr txBox="1"/>
          <p:nvPr/>
        </p:nvSpPr>
        <p:spPr>
          <a:xfrm>
            <a:off x="915" y="234035"/>
            <a:ext cx="691908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1: No isolation of suspected or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patients are on a general ward, no isolation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EE4921-6F20-D6C0-CE94-3F1C17F128FD}"/>
              </a:ext>
            </a:extLst>
          </p:cNvPr>
          <p:cNvSpPr txBox="1"/>
          <p:nvPr/>
        </p:nvSpPr>
        <p:spPr>
          <a:xfrm>
            <a:off x="4960492" y="6054513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0AB052D-A855-9F3E-FB8E-C86818253B31}"/>
              </a:ext>
            </a:extLst>
          </p:cNvPr>
          <p:cNvSpPr txBox="1"/>
          <p:nvPr/>
        </p:nvSpPr>
        <p:spPr>
          <a:xfrm>
            <a:off x="402191" y="4849394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CC3C2EE-71C4-7AF5-AA72-7A0DE1072839}"/>
              </a:ext>
            </a:extLst>
          </p:cNvPr>
          <p:cNvGrpSpPr/>
          <p:nvPr/>
        </p:nvGrpSpPr>
        <p:grpSpPr>
          <a:xfrm>
            <a:off x="546115" y="1246863"/>
            <a:ext cx="6156529" cy="5370850"/>
            <a:chOff x="546115" y="1119378"/>
            <a:chExt cx="6156529" cy="5370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D27065-725A-F12F-1561-C7955578AE69}"/>
                </a:ext>
              </a:extLst>
            </p:cNvPr>
            <p:cNvSpPr/>
            <p:nvPr/>
          </p:nvSpPr>
          <p:spPr>
            <a:xfrm>
              <a:off x="546115" y="1119378"/>
              <a:ext cx="6156529" cy="348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320C88B-3F79-087C-0327-ECB0E2A67F48}"/>
                </a:ext>
              </a:extLst>
            </p:cNvPr>
            <p:cNvGrpSpPr/>
            <p:nvPr/>
          </p:nvGrpSpPr>
          <p:grpSpPr>
            <a:xfrm>
              <a:off x="708332" y="2892871"/>
              <a:ext cx="575999" cy="576000"/>
              <a:chOff x="2181846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A0CA333-645F-49DD-60DC-989BD920B253}"/>
                  </a:ext>
                </a:extLst>
              </p:cNvPr>
              <p:cNvSpPr/>
              <p:nvPr/>
            </p:nvSpPr>
            <p:spPr>
              <a:xfrm>
                <a:off x="2181846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A44DC1-16C7-0012-4997-64F29CB47023}"/>
                  </a:ext>
                </a:extLst>
              </p:cNvPr>
              <p:cNvSpPr txBox="1"/>
              <p:nvPr/>
            </p:nvSpPr>
            <p:spPr>
              <a:xfrm flipH="1">
                <a:off x="2273076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</a:t>
                </a:r>
                <a:endParaRPr lang="en-US" sz="1600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8DC3B6C-6461-13E9-B630-9552CE2D6FC7}"/>
                </a:ext>
              </a:extLst>
            </p:cNvPr>
            <p:cNvGrpSpPr/>
            <p:nvPr/>
          </p:nvGrpSpPr>
          <p:grpSpPr>
            <a:xfrm>
              <a:off x="1751735" y="2892869"/>
              <a:ext cx="575999" cy="576000"/>
              <a:chOff x="2370102" y="2176637"/>
              <a:chExt cx="575999" cy="5760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43178D3-5213-5194-C3BB-03467592E8CE}"/>
                  </a:ext>
                </a:extLst>
              </p:cNvPr>
              <p:cNvSpPr/>
              <p:nvPr/>
            </p:nvSpPr>
            <p:spPr>
              <a:xfrm>
                <a:off x="2370102" y="2176637"/>
                <a:ext cx="575999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17D64C-6511-6E2D-3577-2B37BACB24F8}"/>
                  </a:ext>
                </a:extLst>
              </p:cNvPr>
              <p:cNvSpPr txBox="1"/>
              <p:nvPr/>
            </p:nvSpPr>
            <p:spPr>
              <a:xfrm>
                <a:off x="2509777" y="2305908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C</a:t>
                </a:r>
                <a:endParaRPr lang="en-US" sz="16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15876AA-050E-8062-A01F-4B08854CF580}"/>
                </a:ext>
              </a:extLst>
            </p:cNvPr>
            <p:cNvGrpSpPr/>
            <p:nvPr/>
          </p:nvGrpSpPr>
          <p:grpSpPr>
            <a:xfrm>
              <a:off x="2795138" y="2892868"/>
              <a:ext cx="576000" cy="576000"/>
              <a:chOff x="5405530" y="2176637"/>
              <a:chExt cx="576000" cy="576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82929A8-D803-B478-4FDF-CC185C0E0009}"/>
                  </a:ext>
                </a:extLst>
              </p:cNvPr>
              <p:cNvSpPr/>
              <p:nvPr/>
            </p:nvSpPr>
            <p:spPr>
              <a:xfrm>
                <a:off x="5405530" y="2176637"/>
                <a:ext cx="576000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171D0A-F452-8E1F-AA47-B0E374489370}"/>
                  </a:ext>
                </a:extLst>
              </p:cNvPr>
              <p:cNvSpPr txBox="1"/>
              <p:nvPr/>
            </p:nvSpPr>
            <p:spPr>
              <a:xfrm>
                <a:off x="5589884" y="2305908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</a:t>
                </a:r>
                <a:endParaRPr lang="en-US" sz="16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3138C3D-6981-722C-968E-E117838DDF13}"/>
                </a:ext>
              </a:extLst>
            </p:cNvPr>
            <p:cNvCxnSpPr>
              <a:cxnSpLocks/>
              <a:stCxn id="4" idx="7"/>
              <a:endCxn id="8" idx="1"/>
            </p:cNvCxnSpPr>
            <p:nvPr/>
          </p:nvCxnSpPr>
          <p:spPr>
            <a:xfrm flipV="1">
              <a:off x="1199978" y="2977222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6337BFF-0694-D9AF-A580-B2E67AE66BF6}"/>
                </a:ext>
              </a:extLst>
            </p:cNvPr>
            <p:cNvCxnSpPr>
              <a:cxnSpLocks/>
              <a:stCxn id="8" idx="7"/>
              <a:endCxn id="11" idx="1"/>
            </p:cNvCxnSpPr>
            <p:nvPr/>
          </p:nvCxnSpPr>
          <p:spPr>
            <a:xfrm flipV="1">
              <a:off x="2243381" y="2977221"/>
              <a:ext cx="636110" cy="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4F7605-0D0A-8BEB-D112-5CABC7BF5322}"/>
                </a:ext>
              </a:extLst>
            </p:cNvPr>
            <p:cNvSpPr txBox="1"/>
            <p:nvPr/>
          </p:nvSpPr>
          <p:spPr>
            <a:xfrm>
              <a:off x="2381413" y="2881047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α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E26F6B-BC8F-DC45-36A0-84A6D1CF4313}"/>
                </a:ext>
              </a:extLst>
            </p:cNvPr>
            <p:cNvSpPr txBox="1"/>
            <p:nvPr/>
          </p:nvSpPr>
          <p:spPr>
            <a:xfrm>
              <a:off x="1375024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λ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56965A0-6E34-299B-AF20-1E503B0D0536}"/>
                </a:ext>
              </a:extLst>
            </p:cNvPr>
            <p:cNvCxnSpPr>
              <a:cxnSpLocks/>
              <a:stCxn id="4" idx="5"/>
              <a:endCxn id="8" idx="3"/>
            </p:cNvCxnSpPr>
            <p:nvPr/>
          </p:nvCxnSpPr>
          <p:spPr>
            <a:xfrm flipV="1">
              <a:off x="1199978" y="3384516"/>
              <a:ext cx="636110" cy="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4E1682B-C86B-E423-C59A-6C2559DD5674}"/>
                </a:ext>
              </a:extLst>
            </p:cNvPr>
            <p:cNvSpPr txBox="1"/>
            <p:nvPr/>
          </p:nvSpPr>
          <p:spPr>
            <a:xfrm>
              <a:off x="1365150" y="3290365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μ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B37746-3769-AD07-D96A-0159AB0063A9}"/>
                </a:ext>
              </a:extLst>
            </p:cNvPr>
            <p:cNvGrpSpPr/>
            <p:nvPr/>
          </p:nvGrpSpPr>
          <p:grpSpPr>
            <a:xfrm>
              <a:off x="4910144" y="2898676"/>
              <a:ext cx="604198" cy="576000"/>
              <a:chOff x="1659284" y="1019175"/>
              <a:chExt cx="384205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A12EC5C-36F9-24A4-1876-8FCB4D06DCEA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E61943-332E-51CC-42D0-32538F8DFD4F}"/>
                  </a:ext>
                </a:extLst>
              </p:cNvPr>
              <p:cNvSpPr txBox="1"/>
              <p:nvPr/>
            </p:nvSpPr>
            <p:spPr>
              <a:xfrm>
                <a:off x="1691300" y="1148446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test</a:t>
                </a:r>
                <a:endParaRPr lang="en-US" sz="1600" baseline="-25000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558CDF1-A1C0-632A-FCB7-9C9488B4FC49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3286785" y="2977221"/>
              <a:ext cx="1707712" cy="5808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638710-D0C6-EAAC-4BD4-50EDDEC21D7A}"/>
                </a:ext>
              </a:extLst>
            </p:cNvPr>
            <p:cNvSpPr txBox="1"/>
            <p:nvPr/>
          </p:nvSpPr>
          <p:spPr>
            <a:xfrm>
              <a:off x="4388578" y="2898631"/>
              <a:ext cx="244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γ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A99FAD8E-8A63-6A82-DF67-FD55937AB734}"/>
                </a:ext>
              </a:extLst>
            </p:cNvPr>
            <p:cNvCxnSpPr>
              <a:cxnSpLocks/>
              <a:stCxn id="13" idx="0"/>
              <a:endCxn id="4" idx="0"/>
            </p:cNvCxnSpPr>
            <p:nvPr/>
          </p:nvCxnSpPr>
          <p:spPr>
            <a:xfrm rot="16200000" flipH="1" flipV="1">
              <a:off x="3632670" y="255797"/>
              <a:ext cx="729" cy="5273418"/>
            </a:xfrm>
            <a:prstGeom prst="bentConnector3">
              <a:avLst>
                <a:gd name="adj1" fmla="val -31358025"/>
              </a:avLst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5123D9E-3A38-FB5C-57FA-E04744DED32E}"/>
                </a:ext>
              </a:extLst>
            </p:cNvPr>
            <p:cNvSpPr txBox="1"/>
            <p:nvPr/>
          </p:nvSpPr>
          <p:spPr>
            <a:xfrm>
              <a:off x="6016429" y="2356547"/>
              <a:ext cx="276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δ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8FC2447-B494-8FCF-1318-FDBD087AECAF}"/>
                </a:ext>
              </a:extLst>
            </p:cNvPr>
            <p:cNvSpPr txBox="1"/>
            <p:nvPr/>
          </p:nvSpPr>
          <p:spPr>
            <a:xfrm>
              <a:off x="642017" y="1189151"/>
              <a:ext cx="15226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Hospital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FF325C4-5790-6D18-7269-5EB622B6064D}"/>
                </a:ext>
              </a:extLst>
            </p:cNvPr>
            <p:cNvSpPr/>
            <p:nvPr/>
          </p:nvSpPr>
          <p:spPr>
            <a:xfrm>
              <a:off x="546115" y="5450416"/>
              <a:ext cx="6153573" cy="10398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87141AB-5F60-954F-80D3-DD6C9A5325EE}"/>
                </a:ext>
              </a:extLst>
            </p:cNvPr>
            <p:cNvGrpSpPr/>
            <p:nvPr/>
          </p:nvGrpSpPr>
          <p:grpSpPr>
            <a:xfrm>
              <a:off x="708325" y="5633739"/>
              <a:ext cx="575999" cy="576000"/>
              <a:chOff x="896085" y="5058934"/>
              <a:chExt cx="575999" cy="576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A67D09F-4C17-8C89-2AE6-F462DE1FCEED}"/>
                  </a:ext>
                </a:extLst>
              </p:cNvPr>
              <p:cNvSpPr/>
              <p:nvPr/>
            </p:nvSpPr>
            <p:spPr>
              <a:xfrm>
                <a:off x="896085" y="5058934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2891E3-69F1-98EA-873E-2E49CF998CB2}"/>
                  </a:ext>
                </a:extLst>
              </p:cNvPr>
              <p:cNvSpPr txBox="1"/>
              <p:nvPr/>
            </p:nvSpPr>
            <p:spPr>
              <a:xfrm flipH="1">
                <a:off x="1051434" y="5172398"/>
                <a:ext cx="265206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A331DB3-3672-0013-B55C-7BA7A963BB51}"/>
                </a:ext>
              </a:extLst>
            </p:cNvPr>
            <p:cNvGrpSpPr/>
            <p:nvPr/>
          </p:nvGrpSpPr>
          <p:grpSpPr>
            <a:xfrm>
              <a:off x="1745690" y="5633739"/>
              <a:ext cx="575999" cy="576000"/>
              <a:chOff x="2310240" y="5058932"/>
              <a:chExt cx="575999" cy="576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0AE40FEB-DE9F-6C7B-6928-46D3CE7BC40A}"/>
                  </a:ext>
                </a:extLst>
              </p:cNvPr>
              <p:cNvSpPr/>
              <p:nvPr/>
            </p:nvSpPr>
            <p:spPr>
              <a:xfrm>
                <a:off x="2310240" y="5058932"/>
                <a:ext cx="575999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62F86DF-A2CC-FBC9-D0C6-FF9CD5546FFA}"/>
                  </a:ext>
                </a:extLst>
              </p:cNvPr>
              <p:cNvSpPr txBox="1"/>
              <p:nvPr/>
            </p:nvSpPr>
            <p:spPr>
              <a:xfrm>
                <a:off x="2449915" y="5188203"/>
                <a:ext cx="3573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C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A6A1469-CBAC-CCE0-A97B-1A2D1C50F405}"/>
                </a:ext>
              </a:extLst>
            </p:cNvPr>
            <p:cNvGrpSpPr/>
            <p:nvPr/>
          </p:nvGrpSpPr>
          <p:grpSpPr>
            <a:xfrm>
              <a:off x="2795138" y="5628480"/>
              <a:ext cx="576000" cy="576000"/>
              <a:chOff x="3859213" y="5058931"/>
              <a:chExt cx="576000" cy="576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A74D5AA-7785-91CF-0403-E2F2182B65D5}"/>
                  </a:ext>
                </a:extLst>
              </p:cNvPr>
              <p:cNvSpPr/>
              <p:nvPr/>
            </p:nvSpPr>
            <p:spPr>
              <a:xfrm>
                <a:off x="3859213" y="5058931"/>
                <a:ext cx="576000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D407A7-F929-D104-1296-5B212DFC4760}"/>
                  </a:ext>
                </a:extLst>
              </p:cNvPr>
              <p:cNvSpPr txBox="1"/>
              <p:nvPr/>
            </p:nvSpPr>
            <p:spPr>
              <a:xfrm>
                <a:off x="4043567" y="5188202"/>
                <a:ext cx="246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bg2">
                        <a:lumMod val="50000"/>
                      </a:schemeClr>
                    </a:solidFill>
                  </a:rPr>
                  <a:t>I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C5A9243-9124-A760-F748-572BC1DDD5A6}"/>
                </a:ext>
              </a:extLst>
            </p:cNvPr>
            <p:cNvSpPr txBox="1"/>
            <p:nvPr/>
          </p:nvSpPr>
          <p:spPr>
            <a:xfrm>
              <a:off x="970141" y="4875622"/>
              <a:ext cx="48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106F80A-145F-D5F2-23BF-7EC398B140C2}"/>
                </a:ext>
              </a:extLst>
            </p:cNvPr>
            <p:cNvSpPr txBox="1"/>
            <p:nvPr/>
          </p:nvSpPr>
          <p:spPr>
            <a:xfrm>
              <a:off x="2012786" y="4871485"/>
              <a:ext cx="395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C14C519-0951-C09D-EB4C-E455F4A207FA}"/>
                </a:ext>
              </a:extLst>
            </p:cNvPr>
            <p:cNvSpPr txBox="1"/>
            <p:nvPr/>
          </p:nvSpPr>
          <p:spPr>
            <a:xfrm>
              <a:off x="3055499" y="4875622"/>
              <a:ext cx="3614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095890B-E512-7FC8-C227-E81CE16F0A64}"/>
                </a:ext>
              </a:extLst>
            </p:cNvPr>
            <p:cNvSpPr txBox="1"/>
            <p:nvPr/>
          </p:nvSpPr>
          <p:spPr>
            <a:xfrm>
              <a:off x="5650447" y="4866653"/>
              <a:ext cx="689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A96D1F7B-8C3A-7086-B0D1-BA1ED867782C}"/>
                </a:ext>
              </a:extLst>
            </p:cNvPr>
            <p:cNvCxnSpPr>
              <a:cxnSpLocks/>
              <a:stCxn id="56" idx="1"/>
              <a:endCxn id="4" idx="3"/>
            </p:cNvCxnSpPr>
            <p:nvPr/>
          </p:nvCxnSpPr>
          <p:spPr>
            <a:xfrm flipV="1">
              <a:off x="792678" y="3384518"/>
              <a:ext cx="7" cy="233357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FEC11F3-0D85-1EA2-134E-37626C759C80}"/>
                </a:ext>
              </a:extLst>
            </p:cNvPr>
            <p:cNvCxnSpPr>
              <a:cxnSpLocks/>
              <a:stCxn id="61" idx="1"/>
              <a:endCxn id="8" idx="3"/>
            </p:cNvCxnSpPr>
            <p:nvPr/>
          </p:nvCxnSpPr>
          <p:spPr>
            <a:xfrm flipV="1">
              <a:off x="1830043" y="3384516"/>
              <a:ext cx="6045" cy="2333576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55678CE0-578C-2728-2F57-719EACA2EEB5}"/>
                </a:ext>
              </a:extLst>
            </p:cNvPr>
            <p:cNvCxnSpPr>
              <a:cxnSpLocks/>
              <a:stCxn id="65" idx="1"/>
              <a:endCxn id="11" idx="3"/>
            </p:cNvCxnSpPr>
            <p:nvPr/>
          </p:nvCxnSpPr>
          <p:spPr>
            <a:xfrm flipV="1">
              <a:off x="2879491" y="3384515"/>
              <a:ext cx="0" cy="232831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115EC87-151D-7B1C-F72E-3825C6AD95AF}"/>
                </a:ext>
              </a:extLst>
            </p:cNvPr>
            <p:cNvSpPr txBox="1"/>
            <p:nvPr/>
          </p:nvSpPr>
          <p:spPr>
            <a:xfrm>
              <a:off x="1449744" y="4849394"/>
              <a:ext cx="446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16E831C-7AF5-7AB1-58FE-3899FE98BCAE}"/>
                </a:ext>
              </a:extLst>
            </p:cNvPr>
            <p:cNvSpPr txBox="1"/>
            <p:nvPr/>
          </p:nvSpPr>
          <p:spPr>
            <a:xfrm>
              <a:off x="2549140" y="4875622"/>
              <a:ext cx="361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a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B2B86D2-F0F2-16FA-8B70-A6436B5A649D}"/>
                </a:ext>
              </a:extLst>
            </p:cNvPr>
            <p:cNvCxnSpPr>
              <a:cxnSpLocks/>
              <a:stCxn id="8" idx="4"/>
              <a:endCxn id="61" idx="0"/>
            </p:cNvCxnSpPr>
            <p:nvPr/>
          </p:nvCxnSpPr>
          <p:spPr>
            <a:xfrm flipH="1">
              <a:off x="2033690" y="3468869"/>
              <a:ext cx="6045" cy="216487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6F06F69-162C-07EE-AC10-B5D34B5FDE6D}"/>
                </a:ext>
              </a:extLst>
            </p:cNvPr>
            <p:cNvCxnSpPr>
              <a:cxnSpLocks/>
              <a:stCxn id="4" idx="4"/>
              <a:endCxn id="56" idx="0"/>
            </p:cNvCxnSpPr>
            <p:nvPr/>
          </p:nvCxnSpPr>
          <p:spPr>
            <a:xfrm flipH="1">
              <a:off x="996325" y="3468871"/>
              <a:ext cx="7" cy="216486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E1164F5-1155-CE45-DE2A-ACED8C52A382}"/>
                </a:ext>
              </a:extLst>
            </p:cNvPr>
            <p:cNvCxnSpPr>
              <a:cxnSpLocks/>
              <a:stCxn id="11" idx="4"/>
              <a:endCxn id="65" idx="0"/>
            </p:cNvCxnSpPr>
            <p:nvPr/>
          </p:nvCxnSpPr>
          <p:spPr>
            <a:xfrm>
              <a:off x="3083138" y="3468868"/>
              <a:ext cx="0" cy="215961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F8DB57BF-2D22-57D2-7806-B1CC67D235F4}"/>
                </a:ext>
              </a:extLst>
            </p:cNvPr>
            <p:cNvGrpSpPr/>
            <p:nvPr/>
          </p:nvGrpSpPr>
          <p:grpSpPr>
            <a:xfrm>
              <a:off x="3394785" y="1407584"/>
              <a:ext cx="575999" cy="576000"/>
              <a:chOff x="2292594" y="1019175"/>
              <a:chExt cx="366273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C2B5932-8DB8-597C-A0AC-CB1AC8DA3161}"/>
                  </a:ext>
                </a:extLst>
              </p:cNvPr>
              <p:cNvSpPr/>
              <p:nvPr/>
            </p:nvSpPr>
            <p:spPr>
              <a:xfrm>
                <a:off x="2292594" y="1019175"/>
                <a:ext cx="366273" cy="576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634536B-A2FA-C679-2130-BC2446BDCC92}"/>
                  </a:ext>
                </a:extLst>
              </p:cNvPr>
              <p:cNvSpPr txBox="1"/>
              <p:nvPr/>
            </p:nvSpPr>
            <p:spPr>
              <a:xfrm flipH="1">
                <a:off x="2391379" y="1132639"/>
                <a:ext cx="168642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D</a:t>
                </a:r>
              </a:p>
            </p:txBody>
          </p:sp>
        </p:grp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10FE89BE-360B-CBFC-FBDD-F1705150D673}"/>
                </a:ext>
              </a:extLst>
            </p:cNvPr>
            <p:cNvCxnSpPr>
              <a:cxnSpLocks/>
              <a:stCxn id="11" idx="0"/>
              <a:endCxn id="124" idx="4"/>
            </p:cNvCxnSpPr>
            <p:nvPr/>
          </p:nvCxnSpPr>
          <p:spPr>
            <a:xfrm flipV="1">
              <a:off x="3083138" y="1983584"/>
              <a:ext cx="599647" cy="90928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ABDF6E71-7BD3-6C2D-CC96-42F18ECDB6AE}"/>
                </a:ext>
              </a:extLst>
            </p:cNvPr>
            <p:cNvCxnSpPr>
              <a:cxnSpLocks/>
              <a:stCxn id="4" idx="0"/>
              <a:endCxn id="124" idx="2"/>
            </p:cNvCxnSpPr>
            <p:nvPr/>
          </p:nvCxnSpPr>
          <p:spPr>
            <a:xfrm flipV="1">
              <a:off x="996326" y="1695584"/>
              <a:ext cx="2398459" cy="1197287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63F52B5F-FCCA-D915-A9D5-0BEF8D2A1AF0}"/>
                </a:ext>
              </a:extLst>
            </p:cNvPr>
            <p:cNvCxnSpPr>
              <a:cxnSpLocks/>
              <a:stCxn id="8" idx="0"/>
              <a:endCxn id="124" idx="3"/>
            </p:cNvCxnSpPr>
            <p:nvPr/>
          </p:nvCxnSpPr>
          <p:spPr>
            <a:xfrm flipV="1">
              <a:off x="2039735" y="1899231"/>
              <a:ext cx="1439403" cy="993638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D84B865C-C7CF-AAD1-E19B-BDB34C3C03F3}"/>
                </a:ext>
              </a:extLst>
            </p:cNvPr>
            <p:cNvCxnSpPr>
              <a:cxnSpLocks/>
              <a:stCxn id="15" idx="0"/>
              <a:endCxn id="124" idx="6"/>
            </p:cNvCxnSpPr>
            <p:nvPr/>
          </p:nvCxnSpPr>
          <p:spPr>
            <a:xfrm flipH="1" flipV="1">
              <a:off x="3970784" y="1695584"/>
              <a:ext cx="1227359" cy="120309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3D28C40-F6AF-59F6-459A-D9D40523DC5D}"/>
                </a:ext>
              </a:extLst>
            </p:cNvPr>
            <p:cNvSpPr txBox="1"/>
            <p:nvPr/>
          </p:nvSpPr>
          <p:spPr>
            <a:xfrm>
              <a:off x="1770842" y="2009134"/>
              <a:ext cx="5508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58E7F21-FD0B-F406-F57A-0626DC411DF4}"/>
                </a:ext>
              </a:extLst>
            </p:cNvPr>
            <p:cNvSpPr txBox="1"/>
            <p:nvPr/>
          </p:nvSpPr>
          <p:spPr>
            <a:xfrm>
              <a:off x="2485878" y="2009134"/>
              <a:ext cx="5023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B94ABE1-F5DD-86D6-58EC-9FE9D6845421}"/>
                </a:ext>
              </a:extLst>
            </p:cNvPr>
            <p:cNvSpPr txBox="1"/>
            <p:nvPr/>
          </p:nvSpPr>
          <p:spPr>
            <a:xfrm>
              <a:off x="3094850" y="2009134"/>
              <a:ext cx="40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27E1F4C-A677-72B8-F424-DBAC2DE15647}"/>
                </a:ext>
              </a:extLst>
            </p:cNvPr>
            <p:cNvSpPr txBox="1"/>
            <p:nvPr/>
          </p:nvSpPr>
          <p:spPr>
            <a:xfrm>
              <a:off x="4520273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Xtest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FFBFB32-C456-8E60-1FAF-FB93872D8E90}"/>
                </a:ext>
              </a:extLst>
            </p:cNvPr>
            <p:cNvCxnSpPr>
              <a:cxnSpLocks/>
              <a:stCxn id="47" idx="7"/>
              <a:endCxn id="15" idx="2"/>
            </p:cNvCxnSpPr>
            <p:nvPr/>
          </p:nvCxnSpPr>
          <p:spPr>
            <a:xfrm flipV="1">
              <a:off x="4330187" y="3186676"/>
              <a:ext cx="579957" cy="56214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DCB230-512A-B717-EB06-650C6E236096}"/>
                </a:ext>
              </a:extLst>
            </p:cNvPr>
            <p:cNvSpPr txBox="1"/>
            <p:nvPr/>
          </p:nvSpPr>
          <p:spPr>
            <a:xfrm>
              <a:off x="4377125" y="3236576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π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6103F70-777E-1AB6-F72E-DDCA636A1C12}"/>
                </a:ext>
              </a:extLst>
            </p:cNvPr>
            <p:cNvGrpSpPr/>
            <p:nvPr/>
          </p:nvGrpSpPr>
          <p:grpSpPr>
            <a:xfrm>
              <a:off x="5981744" y="2892142"/>
              <a:ext cx="635630" cy="576000"/>
              <a:chOff x="1659284" y="1019175"/>
              <a:chExt cx="404191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F83B038-8B16-2485-9299-DF80B859F207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01FFE0-BC3B-DBE5-08AA-ECAEA3110577}"/>
                  </a:ext>
                </a:extLst>
              </p:cNvPr>
              <p:cNvSpPr txBox="1"/>
              <p:nvPr/>
            </p:nvSpPr>
            <p:spPr>
              <a:xfrm>
                <a:off x="1681340" y="1149172"/>
                <a:ext cx="38213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 err="1"/>
                  <a:t>X</a:t>
                </a:r>
                <a:r>
                  <a:rPr lang="en-GB" sz="1600" baseline="-25000" dirty="0" err="1"/>
                  <a:t>treat</a:t>
                </a:r>
                <a:endParaRPr lang="en-US" sz="1600" baseline="-25000" dirty="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37E3EC-C531-03D8-2617-AD0ACADDFB6A}"/>
                </a:ext>
              </a:extLst>
            </p:cNvPr>
            <p:cNvSpPr txBox="1"/>
            <p:nvPr/>
          </p:nvSpPr>
          <p:spPr>
            <a:xfrm>
              <a:off x="5478946" y="2916215"/>
              <a:ext cx="343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6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θ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DB28D41-75B2-FFF0-D1F9-00CC314C42CE}"/>
                </a:ext>
              </a:extLst>
            </p:cNvPr>
            <p:cNvCxnSpPr>
              <a:cxnSpLocks/>
              <a:stCxn id="15" idx="7"/>
              <a:endCxn id="13" idx="1"/>
            </p:cNvCxnSpPr>
            <p:nvPr/>
          </p:nvCxnSpPr>
          <p:spPr>
            <a:xfrm flipV="1">
              <a:off x="5401789" y="2976495"/>
              <a:ext cx="664308" cy="6534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3D7802C-5E8C-F7C9-7810-EA79773ACFEA}"/>
                </a:ext>
              </a:extLst>
            </p:cNvPr>
            <p:cNvCxnSpPr>
              <a:cxnSpLocks/>
              <a:stCxn id="13" idx="0"/>
              <a:endCxn id="124" idx="7"/>
            </p:cNvCxnSpPr>
            <p:nvPr/>
          </p:nvCxnSpPr>
          <p:spPr>
            <a:xfrm flipH="1" flipV="1">
              <a:off x="3886431" y="1491937"/>
              <a:ext cx="2383313" cy="1400205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EB58169-3BEF-253E-99A3-BF764503E5BE}"/>
                </a:ext>
              </a:extLst>
            </p:cNvPr>
            <p:cNvSpPr txBox="1"/>
            <p:nvPr/>
          </p:nvSpPr>
          <p:spPr>
            <a:xfrm>
              <a:off x="5217262" y="2009134"/>
              <a:ext cx="7763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Xtreat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74C125E-6BD7-388E-8E2B-248B349F5140}"/>
                </a:ext>
              </a:extLst>
            </p:cNvPr>
            <p:cNvGrpSpPr/>
            <p:nvPr/>
          </p:nvGrpSpPr>
          <p:grpSpPr>
            <a:xfrm>
              <a:off x="3838542" y="3664463"/>
              <a:ext cx="580963" cy="576000"/>
              <a:chOff x="1659284" y="1019175"/>
              <a:chExt cx="369430" cy="5760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4FFE997-0757-AAD5-BE90-8316A5DA469C}"/>
                  </a:ext>
                </a:extLst>
              </p:cNvPr>
              <p:cNvSpPr/>
              <p:nvPr/>
            </p:nvSpPr>
            <p:spPr>
              <a:xfrm>
                <a:off x="1659284" y="1019175"/>
                <a:ext cx="366273" cy="57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6BCDCB-B95A-7D6F-9A2C-10EC5DD30125}"/>
                  </a:ext>
                </a:extLst>
              </p:cNvPr>
              <p:cNvSpPr txBox="1"/>
              <p:nvPr/>
            </p:nvSpPr>
            <p:spPr>
              <a:xfrm>
                <a:off x="1676525" y="1161355"/>
                <a:ext cx="352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FN</a:t>
                </a:r>
                <a:endParaRPr lang="en-US" sz="1600" dirty="0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A741C10-3C07-7FF8-39FA-E6716E90C77C}"/>
                </a:ext>
              </a:extLst>
            </p:cNvPr>
            <p:cNvCxnSpPr>
              <a:cxnSpLocks/>
              <a:stCxn id="15" idx="3"/>
              <a:endCxn id="48" idx="3"/>
            </p:cNvCxnSpPr>
            <p:nvPr/>
          </p:nvCxnSpPr>
          <p:spPr>
            <a:xfrm flipH="1">
              <a:off x="4419505" y="3390323"/>
              <a:ext cx="574992" cy="585597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  <a:lumOff val="2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59BFB66-FB30-161C-48A2-982833FB74FE}"/>
                </a:ext>
              </a:extLst>
            </p:cNvPr>
            <p:cNvSpPr txBox="1"/>
            <p:nvPr/>
          </p:nvSpPr>
          <p:spPr>
            <a:xfrm>
              <a:off x="4627722" y="3550914"/>
              <a:ext cx="24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  <a:endPara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E59703D-0B55-754D-48B5-7D69B7CEB9E4}"/>
                </a:ext>
              </a:extLst>
            </p:cNvPr>
            <p:cNvCxnSpPr>
              <a:cxnSpLocks/>
              <a:stCxn id="47" idx="4"/>
              <a:endCxn id="65" idx="7"/>
            </p:cNvCxnSpPr>
            <p:nvPr/>
          </p:nvCxnSpPr>
          <p:spPr>
            <a:xfrm flipH="1">
              <a:off x="3286785" y="4240463"/>
              <a:ext cx="839756" cy="1472370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AEECBFE-FC6D-1746-63D1-D858824D8013}"/>
                </a:ext>
              </a:extLst>
            </p:cNvPr>
            <p:cNvCxnSpPr>
              <a:cxnSpLocks/>
              <a:stCxn id="47" idx="0"/>
              <a:endCxn id="124" idx="5"/>
            </p:cNvCxnSpPr>
            <p:nvPr/>
          </p:nvCxnSpPr>
          <p:spPr>
            <a:xfrm flipH="1" flipV="1">
              <a:off x="3886431" y="1899231"/>
              <a:ext cx="240110" cy="1765232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0BDC5AB-C422-2034-8217-D5F48F5A8B19}"/>
                </a:ext>
              </a:extLst>
            </p:cNvPr>
            <p:cNvSpPr txBox="1"/>
            <p:nvPr/>
          </p:nvSpPr>
          <p:spPr>
            <a:xfrm>
              <a:off x="3899255" y="2009134"/>
              <a:ext cx="676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m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3997071-DBC4-A3D2-ADDC-B9A9A0E814A0}"/>
                </a:ext>
              </a:extLst>
            </p:cNvPr>
            <p:cNvSpPr txBox="1"/>
            <p:nvPr/>
          </p:nvSpPr>
          <p:spPr>
            <a:xfrm>
              <a:off x="3669327" y="4859622"/>
              <a:ext cx="589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US" sz="1600" baseline="-25000" dirty="0" err="1">
                  <a:solidFill>
                    <a:schemeClr val="bg2">
                      <a:lumMod val="50000"/>
                    </a:schemeClr>
                  </a:solidFill>
                </a:rPr>
                <a:t>FN</a:t>
              </a:r>
              <a:endParaRPr lang="en-US" sz="1600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88D47AE-4620-40C3-DED7-1CE0C84F9B66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2F35E38-909F-BA19-1E86-AE98F0F0001E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3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dirty="0">
                          <a:solidFill>
                            <a:schemeClr val="tx1"/>
                          </a:solidFill>
                          <a:latin typeface="+mn-lt"/>
                        </a:rPr>
                        <a:t>C. difficile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20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Suspected cases identification rate</a:t>
                      </a: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20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20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Discharge rates (no discharges from </a:t>
                      </a:r>
                      <a:r>
                        <a:rPr lang="en-GB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Xtest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64" name="Oval 63">
            <a:extLst>
              <a:ext uri="{FF2B5EF4-FFF2-40B4-BE49-F238E27FC236}">
                <a16:creationId xmlns:a16="http://schemas.microsoft.com/office/drawing/2014/main" id="{CBB7D30D-E0C0-7BB6-97F1-0DA8DFD7489E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BA30FD-286C-4538-0ABF-482082BE5E65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56D0C01-24F9-8319-FF5E-0328B9DB928B}"/>
              </a:ext>
            </a:extLst>
          </p:cNvPr>
          <p:cNvCxnSpPr>
            <a:cxnSpLocks/>
          </p:cNvCxnSpPr>
          <p:nvPr/>
        </p:nvCxnSpPr>
        <p:spPr>
          <a:xfrm>
            <a:off x="7126491" y="961851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C3A1CC2-A4E1-473A-142B-E02553E66733}"/>
              </a:ext>
            </a:extLst>
          </p:cNvPr>
          <p:cNvCxnSpPr>
            <a:cxnSpLocks/>
          </p:cNvCxnSpPr>
          <p:nvPr/>
        </p:nvCxnSpPr>
        <p:spPr>
          <a:xfrm>
            <a:off x="7136675" y="1252595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386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FA0E-A584-0E99-24E5-E7DD5461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15D5A2D-0424-9DF9-6BCE-D7FE6EB62E5F}"/>
              </a:ext>
            </a:extLst>
          </p:cNvPr>
          <p:cNvCxnSpPr>
            <a:cxnSpLocks/>
            <a:stCxn id="22" idx="2"/>
            <a:endCxn id="124" idx="5"/>
          </p:cNvCxnSpPr>
          <p:nvPr/>
        </p:nvCxnSpPr>
        <p:spPr>
          <a:xfrm flipH="1" flipV="1">
            <a:off x="3886431" y="2026716"/>
            <a:ext cx="1470854" cy="232116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E021C7-FB79-01B8-5900-97523368506E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2: Isolate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and T</a:t>
            </a:r>
            <a:r>
              <a:rPr lang="en-GB" sz="1400" baseline="-25000" dirty="0"/>
              <a:t>2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22C79C-C751-7E26-80E1-CD8D62D36C91}"/>
              </a:ext>
            </a:extLst>
          </p:cNvPr>
          <p:cNvSpPr txBox="1"/>
          <p:nvPr/>
        </p:nvSpPr>
        <p:spPr>
          <a:xfrm>
            <a:off x="4994497" y="6071794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0B6700-DE69-3824-DA11-19CEB9E18B49}"/>
              </a:ext>
            </a:extLst>
          </p:cNvPr>
          <p:cNvSpPr txBox="1"/>
          <p:nvPr/>
        </p:nvSpPr>
        <p:spPr>
          <a:xfrm>
            <a:off x="415889" y="5169460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BCB13-F046-A8C2-A6D5-70227BC785B4}"/>
              </a:ext>
            </a:extLst>
          </p:cNvPr>
          <p:cNvSpPr/>
          <p:nvPr/>
        </p:nvSpPr>
        <p:spPr>
          <a:xfrm>
            <a:off x="546115" y="982010"/>
            <a:ext cx="6156529" cy="412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597402-397C-97DE-5B2F-A962F5B69AFC}"/>
              </a:ext>
            </a:extLst>
          </p:cNvPr>
          <p:cNvGrpSpPr/>
          <p:nvPr/>
        </p:nvGrpSpPr>
        <p:grpSpPr>
          <a:xfrm>
            <a:off x="708332" y="3020356"/>
            <a:ext cx="575999" cy="576000"/>
            <a:chOff x="2181846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9CFBDCC-A4C3-BF17-EEEE-748F0E4DE7CB}"/>
                </a:ext>
              </a:extLst>
            </p:cNvPr>
            <p:cNvSpPr/>
            <p:nvPr/>
          </p:nvSpPr>
          <p:spPr>
            <a:xfrm>
              <a:off x="2181846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CC6BE9-A168-5467-5D79-BA3C236BE178}"/>
                </a:ext>
              </a:extLst>
            </p:cNvPr>
            <p:cNvSpPr txBox="1"/>
            <p:nvPr/>
          </p:nvSpPr>
          <p:spPr>
            <a:xfrm flipH="1">
              <a:off x="2273076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S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CA438F-3299-B0BF-26E8-AE1C70027D4A}"/>
              </a:ext>
            </a:extLst>
          </p:cNvPr>
          <p:cNvGrpSpPr/>
          <p:nvPr/>
        </p:nvGrpSpPr>
        <p:grpSpPr>
          <a:xfrm>
            <a:off x="1751735" y="3020354"/>
            <a:ext cx="575999" cy="576000"/>
            <a:chOff x="2370102" y="2176637"/>
            <a:chExt cx="575999" cy="576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9B710A2-A81D-EAAC-CAE1-23EE4458A9CC}"/>
                </a:ext>
              </a:extLst>
            </p:cNvPr>
            <p:cNvSpPr/>
            <p:nvPr/>
          </p:nvSpPr>
          <p:spPr>
            <a:xfrm>
              <a:off x="2370102" y="2176637"/>
              <a:ext cx="575999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253B0D-21E7-9655-3338-01D2D60B1E8B}"/>
                </a:ext>
              </a:extLst>
            </p:cNvPr>
            <p:cNvSpPr txBox="1"/>
            <p:nvPr/>
          </p:nvSpPr>
          <p:spPr>
            <a:xfrm>
              <a:off x="2509777" y="2305908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85643E6-974A-7903-6BF8-9998CA0F0C76}"/>
              </a:ext>
            </a:extLst>
          </p:cNvPr>
          <p:cNvGrpSpPr/>
          <p:nvPr/>
        </p:nvGrpSpPr>
        <p:grpSpPr>
          <a:xfrm>
            <a:off x="2795138" y="3020353"/>
            <a:ext cx="576000" cy="576000"/>
            <a:chOff x="5405530" y="2176637"/>
            <a:chExt cx="576000" cy="576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2AE6C5-1EF9-9D1B-1B31-A34B9D10BCBD}"/>
                </a:ext>
              </a:extLst>
            </p:cNvPr>
            <p:cNvSpPr/>
            <p:nvPr/>
          </p:nvSpPr>
          <p:spPr>
            <a:xfrm>
              <a:off x="5405530" y="2176637"/>
              <a:ext cx="576000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D09B25-2091-9520-8925-16F07DDF85A4}"/>
                </a:ext>
              </a:extLst>
            </p:cNvPr>
            <p:cNvSpPr txBox="1"/>
            <p:nvPr/>
          </p:nvSpPr>
          <p:spPr>
            <a:xfrm>
              <a:off x="5589884" y="2305908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</a:t>
              </a:r>
              <a:endParaRPr lang="en-U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23A3B2-03B1-ABAF-85FB-26570901FB1C}"/>
              </a:ext>
            </a:extLst>
          </p:cNvPr>
          <p:cNvCxnSpPr>
            <a:cxnSpLocks/>
            <a:stCxn id="4" idx="7"/>
            <a:endCxn id="8" idx="1"/>
          </p:cNvCxnSpPr>
          <p:nvPr/>
        </p:nvCxnSpPr>
        <p:spPr>
          <a:xfrm flipV="1">
            <a:off x="1199978" y="3104707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BD0901-61C3-60DF-D0FC-5A9D1FF480A9}"/>
              </a:ext>
            </a:extLst>
          </p:cNvPr>
          <p:cNvCxnSpPr>
            <a:cxnSpLocks/>
            <a:stCxn id="8" idx="7"/>
            <a:endCxn id="11" idx="1"/>
          </p:cNvCxnSpPr>
          <p:nvPr/>
        </p:nvCxnSpPr>
        <p:spPr>
          <a:xfrm flipV="1">
            <a:off x="2243381" y="3104706"/>
            <a:ext cx="636110" cy="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97C982-8767-02D9-F3DF-0550133F19CC}"/>
              </a:ext>
            </a:extLst>
          </p:cNvPr>
          <p:cNvSpPr txBox="1"/>
          <p:nvPr/>
        </p:nvSpPr>
        <p:spPr>
          <a:xfrm>
            <a:off x="2381413" y="3008532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09C936-E8CD-D721-F876-C04771DF0273}"/>
              </a:ext>
            </a:extLst>
          </p:cNvPr>
          <p:cNvSpPr txBox="1"/>
          <p:nvPr/>
        </p:nvSpPr>
        <p:spPr>
          <a:xfrm>
            <a:off x="1375024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λ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2A93EE0-7879-1115-246A-DB79053549A6}"/>
              </a:ext>
            </a:extLst>
          </p:cNvPr>
          <p:cNvCxnSpPr>
            <a:cxnSpLocks/>
            <a:stCxn id="4" idx="5"/>
            <a:endCxn id="8" idx="3"/>
          </p:cNvCxnSpPr>
          <p:nvPr/>
        </p:nvCxnSpPr>
        <p:spPr>
          <a:xfrm flipV="1">
            <a:off x="1199978" y="3512001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409D64F-AE1C-49CF-B9C3-A5BA33F25F16}"/>
              </a:ext>
            </a:extLst>
          </p:cNvPr>
          <p:cNvSpPr txBox="1"/>
          <p:nvPr/>
        </p:nvSpPr>
        <p:spPr>
          <a:xfrm>
            <a:off x="1365150" y="341785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9072A9-DA03-E9AC-120C-AE946DDABEB4}"/>
              </a:ext>
            </a:extLst>
          </p:cNvPr>
          <p:cNvGrpSpPr/>
          <p:nvPr/>
        </p:nvGrpSpPr>
        <p:grpSpPr>
          <a:xfrm>
            <a:off x="4910144" y="3026161"/>
            <a:ext cx="604198" cy="576000"/>
            <a:chOff x="1659284" y="1019175"/>
            <a:chExt cx="384205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C12B3D-B1F1-B6DB-3AD8-538C29D46B69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911C6D-7D9B-09E2-A0EC-F661A4C720E4}"/>
                </a:ext>
              </a:extLst>
            </p:cNvPr>
            <p:cNvSpPr txBox="1"/>
            <p:nvPr/>
          </p:nvSpPr>
          <p:spPr>
            <a:xfrm>
              <a:off x="1691300" y="114844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test</a:t>
              </a:r>
              <a:endParaRPr lang="en-US" sz="1600" baseline="-250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872675-FF88-21BA-C67C-904EDE38BBB9}"/>
              </a:ext>
            </a:extLst>
          </p:cNvPr>
          <p:cNvCxnSpPr>
            <a:cxnSpLocks/>
            <a:stCxn id="11" idx="7"/>
            <a:endCxn id="15" idx="1"/>
          </p:cNvCxnSpPr>
          <p:nvPr/>
        </p:nvCxnSpPr>
        <p:spPr>
          <a:xfrm>
            <a:off x="3286785" y="3104706"/>
            <a:ext cx="1707712" cy="580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39A6EE-10B6-0505-4A7C-D407225A1887}"/>
              </a:ext>
            </a:extLst>
          </p:cNvPr>
          <p:cNvSpPr txBox="1"/>
          <p:nvPr/>
        </p:nvSpPr>
        <p:spPr>
          <a:xfrm>
            <a:off x="4388578" y="3026116"/>
            <a:ext cx="24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γ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BA01EDE-330E-3D60-DD80-AA893FA05B87}"/>
              </a:ext>
            </a:extLst>
          </p:cNvPr>
          <p:cNvCxnSpPr>
            <a:cxnSpLocks/>
            <a:stCxn id="71" idx="0"/>
            <a:endCxn id="4" idx="0"/>
          </p:cNvCxnSpPr>
          <p:nvPr/>
        </p:nvCxnSpPr>
        <p:spPr>
          <a:xfrm rot="16200000" flipH="1" flipV="1">
            <a:off x="3002221" y="-243857"/>
            <a:ext cx="1258324" cy="5270102"/>
          </a:xfrm>
          <a:prstGeom prst="bentConnector3">
            <a:avLst>
              <a:gd name="adj1" fmla="val -2733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30279A7-F095-16C1-E300-CE87520E2DFF}"/>
              </a:ext>
            </a:extLst>
          </p:cNvPr>
          <p:cNvSpPr txBox="1"/>
          <p:nvPr/>
        </p:nvSpPr>
        <p:spPr>
          <a:xfrm>
            <a:off x="6016429" y="2484032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828A74-FAE0-F1DD-C045-45007612CE6E}"/>
              </a:ext>
            </a:extLst>
          </p:cNvPr>
          <p:cNvSpPr txBox="1"/>
          <p:nvPr/>
        </p:nvSpPr>
        <p:spPr>
          <a:xfrm>
            <a:off x="645728" y="1022430"/>
            <a:ext cx="15226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Hospital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296EAB-0E65-19AE-6815-836B8E75884A}"/>
              </a:ext>
            </a:extLst>
          </p:cNvPr>
          <p:cNvSpPr/>
          <p:nvPr/>
        </p:nvSpPr>
        <p:spPr>
          <a:xfrm>
            <a:off x="546115" y="5577901"/>
            <a:ext cx="6153573" cy="10398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9CD096-1E4E-D67B-A39D-2FC015205160}"/>
              </a:ext>
            </a:extLst>
          </p:cNvPr>
          <p:cNvGrpSpPr/>
          <p:nvPr/>
        </p:nvGrpSpPr>
        <p:grpSpPr>
          <a:xfrm>
            <a:off x="708325" y="5757247"/>
            <a:ext cx="575999" cy="576000"/>
            <a:chOff x="896085" y="5054957"/>
            <a:chExt cx="575999" cy="576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6CC07AF-7AF7-720F-11CC-8B6003A37FD0}"/>
                </a:ext>
              </a:extLst>
            </p:cNvPr>
            <p:cNvSpPr/>
            <p:nvPr/>
          </p:nvSpPr>
          <p:spPr>
            <a:xfrm>
              <a:off x="896085" y="5054957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A6908F9-4EB1-A368-A039-323C8B3BDFC4}"/>
                </a:ext>
              </a:extLst>
            </p:cNvPr>
            <p:cNvSpPr txBox="1"/>
            <p:nvPr/>
          </p:nvSpPr>
          <p:spPr>
            <a:xfrm flipH="1">
              <a:off x="1051434" y="5168421"/>
              <a:ext cx="265206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332D08-31FE-2C0D-3C31-804CF0BD0E26}"/>
              </a:ext>
            </a:extLst>
          </p:cNvPr>
          <p:cNvGrpSpPr/>
          <p:nvPr/>
        </p:nvGrpSpPr>
        <p:grpSpPr>
          <a:xfrm>
            <a:off x="1745690" y="5757247"/>
            <a:ext cx="575999" cy="576000"/>
            <a:chOff x="2310240" y="5054955"/>
            <a:chExt cx="575999" cy="57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985C081-0A65-B0E0-5BCB-F0A7CC2D59A9}"/>
                </a:ext>
              </a:extLst>
            </p:cNvPr>
            <p:cNvSpPr/>
            <p:nvPr/>
          </p:nvSpPr>
          <p:spPr>
            <a:xfrm>
              <a:off x="2310240" y="5054955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0D4DD7-EBE6-1201-8AC7-A493A1451F75}"/>
                </a:ext>
              </a:extLst>
            </p:cNvPr>
            <p:cNvSpPr txBox="1"/>
            <p:nvPr/>
          </p:nvSpPr>
          <p:spPr>
            <a:xfrm>
              <a:off x="2449915" y="5184226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BF1043B-E5D8-6376-E481-52051867DA49}"/>
              </a:ext>
            </a:extLst>
          </p:cNvPr>
          <p:cNvGrpSpPr/>
          <p:nvPr/>
        </p:nvGrpSpPr>
        <p:grpSpPr>
          <a:xfrm>
            <a:off x="2795138" y="5751988"/>
            <a:ext cx="576000" cy="576000"/>
            <a:chOff x="3859213" y="5054954"/>
            <a:chExt cx="576000" cy="576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98A87F2-9403-EC08-0C20-4AF7938AA085}"/>
                </a:ext>
              </a:extLst>
            </p:cNvPr>
            <p:cNvSpPr/>
            <p:nvPr/>
          </p:nvSpPr>
          <p:spPr>
            <a:xfrm>
              <a:off x="3859213" y="5054954"/>
              <a:ext cx="576000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8B45630-4784-0611-FBA7-DE1AC9DE45C2}"/>
                </a:ext>
              </a:extLst>
            </p:cNvPr>
            <p:cNvSpPr txBox="1"/>
            <p:nvPr/>
          </p:nvSpPr>
          <p:spPr>
            <a:xfrm>
              <a:off x="4043567" y="5184225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96312463-FE40-4872-6F6C-C2192B489CDC}"/>
              </a:ext>
            </a:extLst>
          </p:cNvPr>
          <p:cNvSpPr txBox="1"/>
          <p:nvPr/>
        </p:nvSpPr>
        <p:spPr>
          <a:xfrm>
            <a:off x="970141" y="5158164"/>
            <a:ext cx="484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70F3071-B696-8788-41CA-905A34DBDF09}"/>
              </a:ext>
            </a:extLst>
          </p:cNvPr>
          <p:cNvSpPr txBox="1"/>
          <p:nvPr/>
        </p:nvSpPr>
        <p:spPr>
          <a:xfrm>
            <a:off x="2012786" y="5154027"/>
            <a:ext cx="3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352A68F-77E4-F0DE-EC9E-12212CE03311}"/>
              </a:ext>
            </a:extLst>
          </p:cNvPr>
          <p:cNvSpPr txBox="1"/>
          <p:nvPr/>
        </p:nvSpPr>
        <p:spPr>
          <a:xfrm>
            <a:off x="3055499" y="5158164"/>
            <a:ext cx="3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AC43F77-D0F6-9CEF-7099-AF5910B42EFF}"/>
              </a:ext>
            </a:extLst>
          </p:cNvPr>
          <p:cNvSpPr txBox="1"/>
          <p:nvPr/>
        </p:nvSpPr>
        <p:spPr>
          <a:xfrm>
            <a:off x="5650447" y="5149195"/>
            <a:ext cx="68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432A4CD-D718-D117-5AEA-FCC6C98943DD}"/>
              </a:ext>
            </a:extLst>
          </p:cNvPr>
          <p:cNvCxnSpPr>
            <a:cxnSpLocks/>
            <a:stCxn id="56" idx="1"/>
            <a:endCxn id="4" idx="3"/>
          </p:cNvCxnSpPr>
          <p:nvPr/>
        </p:nvCxnSpPr>
        <p:spPr>
          <a:xfrm flipV="1">
            <a:off x="792678" y="3512003"/>
            <a:ext cx="7" cy="232959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A36A228-BCF4-C83A-EF58-1DB410171796}"/>
              </a:ext>
            </a:extLst>
          </p:cNvPr>
          <p:cNvCxnSpPr>
            <a:cxnSpLocks/>
            <a:stCxn id="61" idx="1"/>
            <a:endCxn id="8" idx="3"/>
          </p:cNvCxnSpPr>
          <p:nvPr/>
        </p:nvCxnSpPr>
        <p:spPr>
          <a:xfrm flipV="1">
            <a:off x="1830043" y="3512001"/>
            <a:ext cx="6045" cy="232959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1DFA5F7-F0D2-B05C-44A7-DAED5E6443A5}"/>
              </a:ext>
            </a:extLst>
          </p:cNvPr>
          <p:cNvCxnSpPr>
            <a:cxnSpLocks/>
            <a:stCxn id="65" idx="1"/>
            <a:endCxn id="11" idx="3"/>
          </p:cNvCxnSpPr>
          <p:nvPr/>
        </p:nvCxnSpPr>
        <p:spPr>
          <a:xfrm flipV="1">
            <a:off x="2879491" y="3512000"/>
            <a:ext cx="0" cy="232434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BD9141F-DB76-A7B5-4108-3960B76A68D3}"/>
              </a:ext>
            </a:extLst>
          </p:cNvPr>
          <p:cNvSpPr txBox="1"/>
          <p:nvPr/>
        </p:nvSpPr>
        <p:spPr>
          <a:xfrm>
            <a:off x="1449744" y="5131936"/>
            <a:ext cx="4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50C9E2A-BE36-C1AF-67EB-A889276B9665}"/>
              </a:ext>
            </a:extLst>
          </p:cNvPr>
          <p:cNvSpPr txBox="1"/>
          <p:nvPr/>
        </p:nvSpPr>
        <p:spPr>
          <a:xfrm>
            <a:off x="2549140" y="5158164"/>
            <a:ext cx="36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66F2018-2D40-0B5E-CE21-D3358764F474}"/>
              </a:ext>
            </a:extLst>
          </p:cNvPr>
          <p:cNvCxnSpPr>
            <a:cxnSpLocks/>
            <a:stCxn id="8" idx="4"/>
            <a:endCxn id="61" idx="0"/>
          </p:cNvCxnSpPr>
          <p:nvPr/>
        </p:nvCxnSpPr>
        <p:spPr>
          <a:xfrm flipH="1">
            <a:off x="2033690" y="3596354"/>
            <a:ext cx="6045" cy="2160893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4A2DE3A-5A6C-6953-D8A6-031C7D6FC10B}"/>
              </a:ext>
            </a:extLst>
          </p:cNvPr>
          <p:cNvCxnSpPr>
            <a:cxnSpLocks/>
          </p:cNvCxnSpPr>
          <p:nvPr/>
        </p:nvCxnSpPr>
        <p:spPr>
          <a:xfrm flipH="1">
            <a:off x="996325" y="3751413"/>
            <a:ext cx="7" cy="216089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B510815-EFE2-A668-59F0-8B6ECD69CB81}"/>
              </a:ext>
            </a:extLst>
          </p:cNvPr>
          <p:cNvCxnSpPr>
            <a:cxnSpLocks/>
            <a:stCxn id="11" idx="4"/>
            <a:endCxn id="65" idx="0"/>
          </p:cNvCxnSpPr>
          <p:nvPr/>
        </p:nvCxnSpPr>
        <p:spPr>
          <a:xfrm>
            <a:off x="3083138" y="3596353"/>
            <a:ext cx="0" cy="215563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BE26651-CB18-16B5-F54B-73AC908EA95E}"/>
              </a:ext>
            </a:extLst>
          </p:cNvPr>
          <p:cNvGrpSpPr/>
          <p:nvPr/>
        </p:nvGrpSpPr>
        <p:grpSpPr>
          <a:xfrm>
            <a:off x="3394785" y="1535069"/>
            <a:ext cx="575999" cy="576000"/>
            <a:chOff x="2292594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93E078AD-6CB2-9CD4-E6C7-C4DA4A80AF3A}"/>
                </a:ext>
              </a:extLst>
            </p:cNvPr>
            <p:cNvSpPr/>
            <p:nvPr/>
          </p:nvSpPr>
          <p:spPr>
            <a:xfrm>
              <a:off x="2292594" y="1019175"/>
              <a:ext cx="366273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4C0FFF7-B140-7DB0-EC8B-91395728FD49}"/>
                </a:ext>
              </a:extLst>
            </p:cNvPr>
            <p:cNvSpPr txBox="1"/>
            <p:nvPr/>
          </p:nvSpPr>
          <p:spPr>
            <a:xfrm flipH="1">
              <a:off x="2391379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146CB9C-716E-3AA0-C54C-8DD50F227C6A}"/>
              </a:ext>
            </a:extLst>
          </p:cNvPr>
          <p:cNvCxnSpPr>
            <a:cxnSpLocks/>
            <a:stCxn id="11" idx="0"/>
            <a:endCxn id="124" idx="4"/>
          </p:cNvCxnSpPr>
          <p:nvPr/>
        </p:nvCxnSpPr>
        <p:spPr>
          <a:xfrm flipV="1">
            <a:off x="3083138" y="2111069"/>
            <a:ext cx="599647" cy="90928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CFCBF25-3475-EC4A-3BAD-C555E3932FB4}"/>
              </a:ext>
            </a:extLst>
          </p:cNvPr>
          <p:cNvCxnSpPr>
            <a:cxnSpLocks/>
            <a:stCxn id="4" idx="0"/>
            <a:endCxn id="124" idx="2"/>
          </p:cNvCxnSpPr>
          <p:nvPr/>
        </p:nvCxnSpPr>
        <p:spPr>
          <a:xfrm flipV="1">
            <a:off x="996326" y="1823069"/>
            <a:ext cx="2398459" cy="11972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D1BDCE0-BB2F-1082-EA77-EBC16958B2F1}"/>
              </a:ext>
            </a:extLst>
          </p:cNvPr>
          <p:cNvCxnSpPr>
            <a:cxnSpLocks/>
            <a:stCxn id="8" idx="0"/>
            <a:endCxn id="124" idx="3"/>
          </p:cNvCxnSpPr>
          <p:nvPr/>
        </p:nvCxnSpPr>
        <p:spPr>
          <a:xfrm flipV="1">
            <a:off x="2039735" y="2026716"/>
            <a:ext cx="1439403" cy="99363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B1ED624-7EF6-1B88-82BF-A84848428870}"/>
              </a:ext>
            </a:extLst>
          </p:cNvPr>
          <p:cNvCxnSpPr>
            <a:cxnSpLocks/>
            <a:stCxn id="15" idx="0"/>
            <a:endCxn id="124" idx="6"/>
          </p:cNvCxnSpPr>
          <p:nvPr/>
        </p:nvCxnSpPr>
        <p:spPr>
          <a:xfrm flipH="1" flipV="1">
            <a:off x="3970784" y="1823069"/>
            <a:ext cx="1227359" cy="120309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9CD8D4F7-01D5-9CE4-8EE3-8AC7084DCA49}"/>
              </a:ext>
            </a:extLst>
          </p:cNvPr>
          <p:cNvSpPr txBox="1"/>
          <p:nvPr/>
        </p:nvSpPr>
        <p:spPr>
          <a:xfrm>
            <a:off x="1770842" y="2136619"/>
            <a:ext cx="550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E4A600D-EF80-0C16-84D3-6DD6DA7610BE}"/>
              </a:ext>
            </a:extLst>
          </p:cNvPr>
          <p:cNvSpPr txBox="1"/>
          <p:nvPr/>
        </p:nvSpPr>
        <p:spPr>
          <a:xfrm>
            <a:off x="2485878" y="2136619"/>
            <a:ext cx="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7218951-9B56-0CF5-5B19-D78E7306F354}"/>
              </a:ext>
            </a:extLst>
          </p:cNvPr>
          <p:cNvSpPr txBox="1"/>
          <p:nvPr/>
        </p:nvSpPr>
        <p:spPr>
          <a:xfrm>
            <a:off x="3094850" y="2136619"/>
            <a:ext cx="40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DDE421D-6F11-7DE1-04C5-C5463F7577FF}"/>
              </a:ext>
            </a:extLst>
          </p:cNvPr>
          <p:cNvSpPr txBox="1"/>
          <p:nvPr/>
        </p:nvSpPr>
        <p:spPr>
          <a:xfrm>
            <a:off x="4487612" y="2136619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Xtest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B564359-1922-F56A-7654-EECB56FB6301}"/>
              </a:ext>
            </a:extLst>
          </p:cNvPr>
          <p:cNvCxnSpPr>
            <a:cxnSpLocks/>
            <a:stCxn id="47" idx="7"/>
            <a:endCxn id="15" idx="2"/>
          </p:cNvCxnSpPr>
          <p:nvPr/>
        </p:nvCxnSpPr>
        <p:spPr>
          <a:xfrm flipV="1">
            <a:off x="4330187" y="3314161"/>
            <a:ext cx="579957" cy="80068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C2B4E8B-2CC8-43FB-25B0-C264B6E6662D}"/>
              </a:ext>
            </a:extLst>
          </p:cNvPr>
          <p:cNvSpPr txBox="1"/>
          <p:nvPr/>
        </p:nvSpPr>
        <p:spPr>
          <a:xfrm>
            <a:off x="4362033" y="3507136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π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B25457-C5D2-DBB3-929D-645FC1FED2B0}"/>
              </a:ext>
            </a:extLst>
          </p:cNvPr>
          <p:cNvGrpSpPr/>
          <p:nvPr/>
        </p:nvGrpSpPr>
        <p:grpSpPr>
          <a:xfrm>
            <a:off x="5981744" y="3019627"/>
            <a:ext cx="635630" cy="576000"/>
            <a:chOff x="1659284" y="1019175"/>
            <a:chExt cx="404191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F74B390-63A7-5C57-3933-6C7700BE062C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7B0395-9E1E-546F-26B7-17CB0CF24D2B}"/>
                </a:ext>
              </a:extLst>
            </p:cNvPr>
            <p:cNvSpPr txBox="1"/>
            <p:nvPr/>
          </p:nvSpPr>
          <p:spPr>
            <a:xfrm>
              <a:off x="1681340" y="1149172"/>
              <a:ext cx="382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treat</a:t>
              </a:r>
              <a:endParaRPr lang="en-US" sz="1600" baseline="-250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4BB99C1-B8E3-63F2-91E3-309390AE908C}"/>
              </a:ext>
            </a:extLst>
          </p:cNvPr>
          <p:cNvSpPr txBox="1"/>
          <p:nvPr/>
        </p:nvSpPr>
        <p:spPr>
          <a:xfrm>
            <a:off x="5449054" y="3474383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θ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795560-CB7B-4932-CE85-BFF93EE10E16}"/>
              </a:ext>
            </a:extLst>
          </p:cNvPr>
          <p:cNvCxnSpPr>
            <a:cxnSpLocks/>
            <a:stCxn id="15" idx="5"/>
            <a:endCxn id="22" idx="0"/>
          </p:cNvCxnSpPr>
          <p:nvPr/>
        </p:nvCxnSpPr>
        <p:spPr>
          <a:xfrm>
            <a:off x="5401789" y="3517808"/>
            <a:ext cx="243495" cy="54207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989643C-0575-9C0B-050B-5287EBCF6508}"/>
              </a:ext>
            </a:extLst>
          </p:cNvPr>
          <p:cNvCxnSpPr>
            <a:cxnSpLocks/>
            <a:stCxn id="13" idx="0"/>
            <a:endCxn id="124" idx="7"/>
          </p:cNvCxnSpPr>
          <p:nvPr/>
        </p:nvCxnSpPr>
        <p:spPr>
          <a:xfrm flipH="1" flipV="1">
            <a:off x="3886431" y="1619422"/>
            <a:ext cx="2383313" cy="14002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222F2C9-4303-BA30-D0DD-D46C8DF9296D}"/>
              </a:ext>
            </a:extLst>
          </p:cNvPr>
          <p:cNvSpPr txBox="1"/>
          <p:nvPr/>
        </p:nvSpPr>
        <p:spPr>
          <a:xfrm>
            <a:off x="5166456" y="2136619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D85E30-1337-EEA6-258A-39C5DBF3E5F9}"/>
              </a:ext>
            </a:extLst>
          </p:cNvPr>
          <p:cNvGrpSpPr/>
          <p:nvPr/>
        </p:nvGrpSpPr>
        <p:grpSpPr>
          <a:xfrm>
            <a:off x="3838542" y="4030489"/>
            <a:ext cx="580963" cy="576000"/>
            <a:chOff x="1659284" y="1019175"/>
            <a:chExt cx="369430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C7C7616-F50C-354B-D34E-C683BB5283ED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FD931C0-18E9-0021-D7C4-CD507DF1CAD0}"/>
                </a:ext>
              </a:extLst>
            </p:cNvPr>
            <p:cNvSpPr txBox="1"/>
            <p:nvPr/>
          </p:nvSpPr>
          <p:spPr>
            <a:xfrm>
              <a:off x="1676525" y="1161355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FN</a:t>
              </a:r>
              <a:endParaRPr lang="en-US" sz="1600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85EB895-D961-0B8E-9FAB-CE37E2F3E33B}"/>
              </a:ext>
            </a:extLst>
          </p:cNvPr>
          <p:cNvCxnSpPr>
            <a:cxnSpLocks/>
            <a:stCxn id="15" idx="3"/>
            <a:endCxn id="48" idx="3"/>
          </p:cNvCxnSpPr>
          <p:nvPr/>
        </p:nvCxnSpPr>
        <p:spPr>
          <a:xfrm flipH="1">
            <a:off x="4419505" y="3517808"/>
            <a:ext cx="574992" cy="82413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0570DA6-C28B-B3E4-295A-B31C68E47E49}"/>
              </a:ext>
            </a:extLst>
          </p:cNvPr>
          <p:cNvSpPr txBox="1"/>
          <p:nvPr/>
        </p:nvSpPr>
        <p:spPr>
          <a:xfrm>
            <a:off x="4568250" y="3911357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613FDCF-D547-1ACE-C146-1428F84A5AE9}"/>
              </a:ext>
            </a:extLst>
          </p:cNvPr>
          <p:cNvCxnSpPr>
            <a:cxnSpLocks/>
            <a:stCxn id="47" idx="4"/>
            <a:endCxn id="65" idx="7"/>
          </p:cNvCxnSpPr>
          <p:nvPr/>
        </p:nvCxnSpPr>
        <p:spPr>
          <a:xfrm flipH="1">
            <a:off x="3286785" y="4606489"/>
            <a:ext cx="839756" cy="122985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D543AA8-AD88-8936-E933-F4346CBCF067}"/>
              </a:ext>
            </a:extLst>
          </p:cNvPr>
          <p:cNvCxnSpPr>
            <a:cxnSpLocks/>
            <a:stCxn id="47" idx="0"/>
            <a:endCxn id="124" idx="4"/>
          </p:cNvCxnSpPr>
          <p:nvPr/>
        </p:nvCxnSpPr>
        <p:spPr>
          <a:xfrm flipH="1" flipV="1">
            <a:off x="3682785" y="2111069"/>
            <a:ext cx="443756" cy="191942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9BA39AE-C5D7-E496-5ABA-5F2D78AD2734}"/>
              </a:ext>
            </a:extLst>
          </p:cNvPr>
          <p:cNvSpPr txBox="1"/>
          <p:nvPr/>
        </p:nvSpPr>
        <p:spPr>
          <a:xfrm>
            <a:off x="3356946" y="2630990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4227454-012C-9FB2-3570-4B5BEE596688}"/>
              </a:ext>
            </a:extLst>
          </p:cNvPr>
          <p:cNvSpPr txBox="1"/>
          <p:nvPr/>
        </p:nvSpPr>
        <p:spPr>
          <a:xfrm>
            <a:off x="3622901" y="5173570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E53812-8BB6-8F2E-6230-E057BF45FF96}"/>
              </a:ext>
            </a:extLst>
          </p:cNvPr>
          <p:cNvSpPr/>
          <p:nvPr/>
        </p:nvSpPr>
        <p:spPr>
          <a:xfrm>
            <a:off x="5357285" y="4059883"/>
            <a:ext cx="575998" cy="57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411B41-1B4D-E0B9-8211-602B872A3CFC}"/>
              </a:ext>
            </a:extLst>
          </p:cNvPr>
          <p:cNvSpPr txBox="1"/>
          <p:nvPr/>
        </p:nvSpPr>
        <p:spPr>
          <a:xfrm>
            <a:off x="5392781" y="4183405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1</a:t>
            </a:r>
            <a:endParaRPr lang="en-US" sz="1600" baseline="-250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4A13594-3E72-51D9-BC9A-662A3F6776BB}"/>
              </a:ext>
            </a:extLst>
          </p:cNvPr>
          <p:cNvCxnSpPr>
            <a:cxnSpLocks/>
            <a:stCxn id="13" idx="3"/>
            <a:endCxn id="22" idx="7"/>
          </p:cNvCxnSpPr>
          <p:nvPr/>
        </p:nvCxnSpPr>
        <p:spPr>
          <a:xfrm flipH="1">
            <a:off x="5848930" y="3511274"/>
            <a:ext cx="217167" cy="63296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C92F98D-E677-E951-2298-964C184B577F}"/>
              </a:ext>
            </a:extLst>
          </p:cNvPr>
          <p:cNvSpPr txBox="1"/>
          <p:nvPr/>
        </p:nvSpPr>
        <p:spPr>
          <a:xfrm>
            <a:off x="5928251" y="3623572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AB278A6-4E08-1B8A-931C-ECF4E8CB4585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BBE30DA8-20C6-1D42-5EEF-DBB9DA17439E}"/>
              </a:ext>
            </a:extLst>
          </p:cNvPr>
          <p:cNvSpPr/>
          <p:nvPr/>
        </p:nvSpPr>
        <p:spPr>
          <a:xfrm>
            <a:off x="5978435" y="1762032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F9F933-BE6F-A99D-ACFB-34F025971BA0}"/>
              </a:ext>
            </a:extLst>
          </p:cNvPr>
          <p:cNvSpPr txBox="1"/>
          <p:nvPr/>
        </p:nvSpPr>
        <p:spPr>
          <a:xfrm>
            <a:off x="6003992" y="1872899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2</a:t>
            </a:r>
            <a:endParaRPr lang="en-US" sz="1600" baseline="-250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85BBDFA-C24A-CE5D-B040-8C7FD085F530}"/>
              </a:ext>
            </a:extLst>
          </p:cNvPr>
          <p:cNvCxnSpPr>
            <a:cxnSpLocks/>
            <a:stCxn id="71" idx="4"/>
            <a:endCxn id="13" idx="0"/>
          </p:cNvCxnSpPr>
          <p:nvPr/>
        </p:nvCxnSpPr>
        <p:spPr>
          <a:xfrm>
            <a:off x="6266434" y="2338032"/>
            <a:ext cx="3310" cy="68159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43529C3-A834-EC36-D854-5ABAC4ECB548}"/>
              </a:ext>
            </a:extLst>
          </p:cNvPr>
          <p:cNvSpPr txBox="1"/>
          <p:nvPr/>
        </p:nvSpPr>
        <p:spPr>
          <a:xfrm>
            <a:off x="5999737" y="1131560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9CF496F-5962-002C-4B77-50E2BD1FBDB5}"/>
              </a:ext>
            </a:extLst>
          </p:cNvPr>
          <p:cNvCxnSpPr>
            <a:cxnSpLocks/>
            <a:stCxn id="22" idx="4"/>
            <a:endCxn id="65" idx="6"/>
          </p:cNvCxnSpPr>
          <p:nvPr/>
        </p:nvCxnSpPr>
        <p:spPr>
          <a:xfrm flipH="1">
            <a:off x="3371138" y="4635883"/>
            <a:ext cx="2274146" cy="14041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E85AF11-B5FE-7C3E-17F9-A3DC9944A4E5}"/>
              </a:ext>
            </a:extLst>
          </p:cNvPr>
          <p:cNvSpPr txBox="1"/>
          <p:nvPr/>
        </p:nvSpPr>
        <p:spPr>
          <a:xfrm>
            <a:off x="4500502" y="5194271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13E4DE2-729A-B2DE-769F-A79BCB9774DB}"/>
              </a:ext>
            </a:extLst>
          </p:cNvPr>
          <p:cNvSpPr txBox="1"/>
          <p:nvPr/>
        </p:nvSpPr>
        <p:spPr>
          <a:xfrm>
            <a:off x="3974424" y="2617782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D0D10CC-415D-2D31-A09B-2D45509CB8E3}"/>
              </a:ext>
            </a:extLst>
          </p:cNvPr>
          <p:cNvSpPr txBox="1"/>
          <p:nvPr/>
        </p:nvSpPr>
        <p:spPr>
          <a:xfrm>
            <a:off x="5180972" y="1601246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T2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3725AD7-34B7-3EA6-A775-D65F27562746}"/>
              </a:ext>
            </a:extLst>
          </p:cNvPr>
          <p:cNvCxnSpPr>
            <a:cxnSpLocks/>
            <a:stCxn id="71" idx="2"/>
            <a:endCxn id="124" idx="7"/>
          </p:cNvCxnSpPr>
          <p:nvPr/>
        </p:nvCxnSpPr>
        <p:spPr>
          <a:xfrm flipH="1" flipV="1">
            <a:off x="3886431" y="1619422"/>
            <a:ext cx="2092004" cy="4306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8" name="Table 127">
            <a:extLst>
              <a:ext uri="{FF2B5EF4-FFF2-40B4-BE49-F238E27FC236}">
                <a16:creationId xmlns:a16="http://schemas.microsoft.com/office/drawing/2014/main" id="{A31E5414-BF65-2406-C29C-64A7C76FE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58178"/>
              </p:ext>
            </p:extLst>
          </p:nvPr>
        </p:nvGraphicFramePr>
        <p:xfrm>
          <a:off x="7075061" y="229320"/>
          <a:ext cx="4838350" cy="643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difficile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transferred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42749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0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Suspected cases identification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τ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transfer rate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20529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rates (no discharges from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GB" sz="105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GB" sz="105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130" name="Oval 129">
            <a:extLst>
              <a:ext uri="{FF2B5EF4-FFF2-40B4-BE49-F238E27FC236}">
                <a16:creationId xmlns:a16="http://schemas.microsoft.com/office/drawing/2014/main" id="{84476416-91A0-6583-395D-EDFB46C45E79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BD8AC23F-A07A-3B7F-F20F-D106298E4076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2B48E11-8F80-D229-1468-86E5C7D46CD9}"/>
              </a:ext>
            </a:extLst>
          </p:cNvPr>
          <p:cNvCxnSpPr>
            <a:cxnSpLocks/>
          </p:cNvCxnSpPr>
          <p:nvPr/>
        </p:nvCxnSpPr>
        <p:spPr>
          <a:xfrm>
            <a:off x="7126491" y="926067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D395FFE-EA68-F61F-E872-2AF411472AE2}"/>
              </a:ext>
            </a:extLst>
          </p:cNvPr>
          <p:cNvCxnSpPr>
            <a:cxnSpLocks/>
          </p:cNvCxnSpPr>
          <p:nvPr/>
        </p:nvCxnSpPr>
        <p:spPr>
          <a:xfrm>
            <a:off x="7136675" y="1177051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65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27D3-A2A0-D3A6-31B1-190F8437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C0AEB7B-B17A-E6AE-803D-6A3E076587C6}"/>
              </a:ext>
            </a:extLst>
          </p:cNvPr>
          <p:cNvCxnSpPr>
            <a:cxnSpLocks/>
            <a:stCxn id="22" idx="1"/>
            <a:endCxn id="124" idx="5"/>
          </p:cNvCxnSpPr>
          <p:nvPr/>
        </p:nvCxnSpPr>
        <p:spPr>
          <a:xfrm flipH="1" flipV="1">
            <a:off x="3886431" y="2026716"/>
            <a:ext cx="1592432" cy="224585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9D93E3-E880-567E-170E-8C71AEC18E5A}"/>
              </a:ext>
            </a:extLst>
          </p:cNvPr>
          <p:cNvSpPr txBox="1"/>
          <p:nvPr/>
        </p:nvSpPr>
        <p:spPr>
          <a:xfrm>
            <a:off x="0" y="149451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3: Isolate suspected and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test</a:t>
            </a:r>
            <a:r>
              <a:rPr lang="en-GB" sz="1400" dirty="0"/>
              <a:t>,  </a:t>
            </a: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, T</a:t>
            </a:r>
            <a:r>
              <a:rPr lang="en-GB" sz="1400" baseline="-25000" dirty="0"/>
              <a:t>2</a:t>
            </a:r>
            <a:r>
              <a:rPr lang="en-GB" sz="1400" dirty="0"/>
              <a:t> and T</a:t>
            </a:r>
            <a:r>
              <a:rPr lang="en-GB" sz="1400" baseline="-25000" dirty="0"/>
              <a:t>3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8DE4123-94DB-205A-8DC9-A59404676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37902"/>
              </p:ext>
            </p:extLst>
          </p:nvPr>
        </p:nvGraphicFramePr>
        <p:xfrm>
          <a:off x="7075061" y="229320"/>
          <a:ext cx="4838350" cy="643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difficile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transferred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42749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0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Suspected cases identification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τ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transfer rate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20529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rates (no discharges from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GB" sz="105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GB" sz="105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F7D35998-E91D-2998-9405-910AEB8A5546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DED7CA4-FE8F-99B5-67FE-E6A6047D9431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B1671A-47F4-7C9B-E680-C578176F283C}"/>
              </a:ext>
            </a:extLst>
          </p:cNvPr>
          <p:cNvCxnSpPr>
            <a:cxnSpLocks/>
          </p:cNvCxnSpPr>
          <p:nvPr/>
        </p:nvCxnSpPr>
        <p:spPr>
          <a:xfrm>
            <a:off x="7126491" y="926067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C12941-918B-06C4-8CF5-7BED3FA2C629}"/>
              </a:ext>
            </a:extLst>
          </p:cNvPr>
          <p:cNvCxnSpPr>
            <a:cxnSpLocks/>
          </p:cNvCxnSpPr>
          <p:nvPr/>
        </p:nvCxnSpPr>
        <p:spPr>
          <a:xfrm>
            <a:off x="7136675" y="1177051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0D5DCDC-CBC8-74A7-4699-9072F7034F5F}"/>
              </a:ext>
            </a:extLst>
          </p:cNvPr>
          <p:cNvSpPr txBox="1"/>
          <p:nvPr/>
        </p:nvSpPr>
        <p:spPr>
          <a:xfrm>
            <a:off x="4972614" y="6072509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1683F64-63D1-E7FE-4E8B-F7114E5E1ED5}"/>
              </a:ext>
            </a:extLst>
          </p:cNvPr>
          <p:cNvSpPr txBox="1"/>
          <p:nvPr/>
        </p:nvSpPr>
        <p:spPr>
          <a:xfrm>
            <a:off x="469571" y="5096152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359796-F98C-5ADF-1069-043F76AF58DD}"/>
              </a:ext>
            </a:extLst>
          </p:cNvPr>
          <p:cNvSpPr/>
          <p:nvPr/>
        </p:nvSpPr>
        <p:spPr>
          <a:xfrm>
            <a:off x="535432" y="975898"/>
            <a:ext cx="6156529" cy="41202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C5C6B7-4259-9843-C946-664FA3523DA6}"/>
              </a:ext>
            </a:extLst>
          </p:cNvPr>
          <p:cNvGrpSpPr/>
          <p:nvPr/>
        </p:nvGrpSpPr>
        <p:grpSpPr>
          <a:xfrm>
            <a:off x="708332" y="3020356"/>
            <a:ext cx="575999" cy="576000"/>
            <a:chOff x="2181846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B47F40B-A0CA-0E06-CCF5-84A4B6A6A854}"/>
                </a:ext>
              </a:extLst>
            </p:cNvPr>
            <p:cNvSpPr/>
            <p:nvPr/>
          </p:nvSpPr>
          <p:spPr>
            <a:xfrm>
              <a:off x="2181846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1EDA1A-6F37-C5C3-61C1-C3DB6CB1E004}"/>
                </a:ext>
              </a:extLst>
            </p:cNvPr>
            <p:cNvSpPr txBox="1"/>
            <p:nvPr/>
          </p:nvSpPr>
          <p:spPr>
            <a:xfrm flipH="1">
              <a:off x="2273076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S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46BCA5-58EF-8C3B-A35D-C1344CFFFE34}"/>
              </a:ext>
            </a:extLst>
          </p:cNvPr>
          <p:cNvGrpSpPr/>
          <p:nvPr/>
        </p:nvGrpSpPr>
        <p:grpSpPr>
          <a:xfrm>
            <a:off x="1751735" y="3020354"/>
            <a:ext cx="575999" cy="576000"/>
            <a:chOff x="2370102" y="2176637"/>
            <a:chExt cx="575999" cy="576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4B2D35-99DF-AA6C-3412-4C197F79FFA4}"/>
                </a:ext>
              </a:extLst>
            </p:cNvPr>
            <p:cNvSpPr/>
            <p:nvPr/>
          </p:nvSpPr>
          <p:spPr>
            <a:xfrm>
              <a:off x="2370102" y="2176637"/>
              <a:ext cx="575999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9F4DC-610A-62C0-9E67-1430FB478E95}"/>
                </a:ext>
              </a:extLst>
            </p:cNvPr>
            <p:cNvSpPr txBox="1"/>
            <p:nvPr/>
          </p:nvSpPr>
          <p:spPr>
            <a:xfrm>
              <a:off x="2509777" y="2305908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16471F-9C32-CE63-1C2F-FCC2CCC3B174}"/>
              </a:ext>
            </a:extLst>
          </p:cNvPr>
          <p:cNvGrpSpPr/>
          <p:nvPr/>
        </p:nvGrpSpPr>
        <p:grpSpPr>
          <a:xfrm>
            <a:off x="2795138" y="3020353"/>
            <a:ext cx="576000" cy="576000"/>
            <a:chOff x="5405530" y="2176637"/>
            <a:chExt cx="576000" cy="576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9EE2F2-7B2F-7C09-2887-1477CF17ACCC}"/>
                </a:ext>
              </a:extLst>
            </p:cNvPr>
            <p:cNvSpPr/>
            <p:nvPr/>
          </p:nvSpPr>
          <p:spPr>
            <a:xfrm>
              <a:off x="5405530" y="2176637"/>
              <a:ext cx="576000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2177C9-3E51-9AC0-1BE3-F6AD106FE0D5}"/>
                </a:ext>
              </a:extLst>
            </p:cNvPr>
            <p:cNvSpPr txBox="1"/>
            <p:nvPr/>
          </p:nvSpPr>
          <p:spPr>
            <a:xfrm>
              <a:off x="5589884" y="2305908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</a:t>
              </a:r>
              <a:endParaRPr lang="en-U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778083-32A9-2E25-2F2D-8E99A183B913}"/>
              </a:ext>
            </a:extLst>
          </p:cNvPr>
          <p:cNvCxnSpPr>
            <a:cxnSpLocks/>
            <a:stCxn id="4" idx="7"/>
            <a:endCxn id="8" idx="1"/>
          </p:cNvCxnSpPr>
          <p:nvPr/>
        </p:nvCxnSpPr>
        <p:spPr>
          <a:xfrm flipV="1">
            <a:off x="1199978" y="3104707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CFAC28-1937-1DB3-7D62-03C35B7C9438}"/>
              </a:ext>
            </a:extLst>
          </p:cNvPr>
          <p:cNvCxnSpPr>
            <a:cxnSpLocks/>
            <a:stCxn id="8" idx="7"/>
            <a:endCxn id="11" idx="1"/>
          </p:cNvCxnSpPr>
          <p:nvPr/>
        </p:nvCxnSpPr>
        <p:spPr>
          <a:xfrm flipV="1">
            <a:off x="2243381" y="3104706"/>
            <a:ext cx="636110" cy="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181924-E1B4-DAD6-274F-B86377E3B4CC}"/>
              </a:ext>
            </a:extLst>
          </p:cNvPr>
          <p:cNvSpPr txBox="1"/>
          <p:nvPr/>
        </p:nvSpPr>
        <p:spPr>
          <a:xfrm>
            <a:off x="2381413" y="3008532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12F35-9BA9-940D-1EE3-10CB4488BB76}"/>
              </a:ext>
            </a:extLst>
          </p:cNvPr>
          <p:cNvSpPr txBox="1"/>
          <p:nvPr/>
        </p:nvSpPr>
        <p:spPr>
          <a:xfrm>
            <a:off x="1375024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λ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FEF3695-BE19-D6DF-4F83-4B4F008F604E}"/>
              </a:ext>
            </a:extLst>
          </p:cNvPr>
          <p:cNvCxnSpPr>
            <a:cxnSpLocks/>
            <a:stCxn id="4" idx="5"/>
            <a:endCxn id="8" idx="3"/>
          </p:cNvCxnSpPr>
          <p:nvPr/>
        </p:nvCxnSpPr>
        <p:spPr>
          <a:xfrm flipV="1">
            <a:off x="1199978" y="3512001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D91E3FA-010B-E0F6-5B9A-EEE9998A1E3A}"/>
              </a:ext>
            </a:extLst>
          </p:cNvPr>
          <p:cNvSpPr txBox="1"/>
          <p:nvPr/>
        </p:nvSpPr>
        <p:spPr>
          <a:xfrm>
            <a:off x="1365150" y="341785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3297D-CF14-9BBB-4902-8E32470E04A0}"/>
              </a:ext>
            </a:extLst>
          </p:cNvPr>
          <p:cNvGrpSpPr/>
          <p:nvPr/>
        </p:nvGrpSpPr>
        <p:grpSpPr>
          <a:xfrm>
            <a:off x="4910144" y="3026161"/>
            <a:ext cx="604198" cy="576000"/>
            <a:chOff x="1659284" y="1019175"/>
            <a:chExt cx="384205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7276DBA-8652-2561-D55B-D33712B2A4F1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4FD56A-CCBB-31DF-97CF-EB1F6C629054}"/>
                </a:ext>
              </a:extLst>
            </p:cNvPr>
            <p:cNvSpPr txBox="1"/>
            <p:nvPr/>
          </p:nvSpPr>
          <p:spPr>
            <a:xfrm>
              <a:off x="1691300" y="114844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test</a:t>
              </a:r>
              <a:endParaRPr lang="en-US" sz="1600" baseline="-250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5E51F5-2E17-BFE5-C0E4-75CDBFF0A40F}"/>
              </a:ext>
            </a:extLst>
          </p:cNvPr>
          <p:cNvCxnSpPr>
            <a:cxnSpLocks/>
            <a:stCxn id="11" idx="7"/>
            <a:endCxn id="87" idx="2"/>
          </p:cNvCxnSpPr>
          <p:nvPr/>
        </p:nvCxnSpPr>
        <p:spPr>
          <a:xfrm>
            <a:off x="3286785" y="3104706"/>
            <a:ext cx="967195" cy="96930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080C41-BAAE-CC0D-E093-EFF0DA44630D}"/>
              </a:ext>
            </a:extLst>
          </p:cNvPr>
          <p:cNvSpPr txBox="1"/>
          <p:nvPr/>
        </p:nvSpPr>
        <p:spPr>
          <a:xfrm>
            <a:off x="3770275" y="3412217"/>
            <a:ext cx="24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γ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98546AE-610F-2279-CDB5-47EB9C12FEEF}"/>
              </a:ext>
            </a:extLst>
          </p:cNvPr>
          <p:cNvCxnSpPr>
            <a:cxnSpLocks/>
            <a:stCxn id="127" idx="0"/>
            <a:endCxn id="4" idx="0"/>
          </p:cNvCxnSpPr>
          <p:nvPr/>
        </p:nvCxnSpPr>
        <p:spPr>
          <a:xfrm rot="16200000" flipH="1" flipV="1">
            <a:off x="3002221" y="-243857"/>
            <a:ext cx="1258324" cy="5270102"/>
          </a:xfrm>
          <a:prstGeom prst="bentConnector3">
            <a:avLst>
              <a:gd name="adj1" fmla="val -33333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29BFBE8-33BF-45CF-2CB5-874D9BF0A9D4}"/>
              </a:ext>
            </a:extLst>
          </p:cNvPr>
          <p:cNvSpPr txBox="1"/>
          <p:nvPr/>
        </p:nvSpPr>
        <p:spPr>
          <a:xfrm>
            <a:off x="6240113" y="2507496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7F86B9-FD42-7AAC-1178-16149904BD3A}"/>
              </a:ext>
            </a:extLst>
          </p:cNvPr>
          <p:cNvSpPr txBox="1"/>
          <p:nvPr/>
        </p:nvSpPr>
        <p:spPr>
          <a:xfrm>
            <a:off x="546115" y="992076"/>
            <a:ext cx="15226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Hospital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17A6E6-A31C-DE5C-EB92-4336283444DC}"/>
              </a:ext>
            </a:extLst>
          </p:cNvPr>
          <p:cNvSpPr/>
          <p:nvPr/>
        </p:nvSpPr>
        <p:spPr>
          <a:xfrm>
            <a:off x="546115" y="5577901"/>
            <a:ext cx="6153573" cy="10398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47A1091-3175-6D1B-BE76-D26668972067}"/>
              </a:ext>
            </a:extLst>
          </p:cNvPr>
          <p:cNvGrpSpPr/>
          <p:nvPr/>
        </p:nvGrpSpPr>
        <p:grpSpPr>
          <a:xfrm>
            <a:off x="708325" y="5757243"/>
            <a:ext cx="575999" cy="576000"/>
            <a:chOff x="896085" y="5162305"/>
            <a:chExt cx="575999" cy="576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0964305-B691-4708-BCC1-804BCC2938CF}"/>
                </a:ext>
              </a:extLst>
            </p:cNvPr>
            <p:cNvSpPr/>
            <p:nvPr/>
          </p:nvSpPr>
          <p:spPr>
            <a:xfrm>
              <a:off x="896085" y="5162305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B8EA869-90A1-9643-8621-D8192980DB01}"/>
                </a:ext>
              </a:extLst>
            </p:cNvPr>
            <p:cNvSpPr txBox="1"/>
            <p:nvPr/>
          </p:nvSpPr>
          <p:spPr>
            <a:xfrm flipH="1">
              <a:off x="1051434" y="5275769"/>
              <a:ext cx="265206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E51E105-3729-4933-1E7A-4EF771CAF07D}"/>
              </a:ext>
            </a:extLst>
          </p:cNvPr>
          <p:cNvGrpSpPr/>
          <p:nvPr/>
        </p:nvGrpSpPr>
        <p:grpSpPr>
          <a:xfrm>
            <a:off x="1745690" y="5757243"/>
            <a:ext cx="575999" cy="576000"/>
            <a:chOff x="2310240" y="5162303"/>
            <a:chExt cx="575999" cy="57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471B8AB-84B7-D0B1-D544-7D8311A25A3A}"/>
                </a:ext>
              </a:extLst>
            </p:cNvPr>
            <p:cNvSpPr/>
            <p:nvPr/>
          </p:nvSpPr>
          <p:spPr>
            <a:xfrm>
              <a:off x="2310240" y="5162303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2965530-6398-C859-C800-FA52D4ACDF5D}"/>
                </a:ext>
              </a:extLst>
            </p:cNvPr>
            <p:cNvSpPr txBox="1"/>
            <p:nvPr/>
          </p:nvSpPr>
          <p:spPr>
            <a:xfrm>
              <a:off x="2449915" y="5291574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54A8C17-9BB5-6EF2-9E75-58A25FED0920}"/>
              </a:ext>
            </a:extLst>
          </p:cNvPr>
          <p:cNvGrpSpPr/>
          <p:nvPr/>
        </p:nvGrpSpPr>
        <p:grpSpPr>
          <a:xfrm>
            <a:off x="2795138" y="5751984"/>
            <a:ext cx="576000" cy="576000"/>
            <a:chOff x="3859213" y="5162302"/>
            <a:chExt cx="576000" cy="576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C46ECFA-AFBE-9758-62AA-F031A20A276A}"/>
                </a:ext>
              </a:extLst>
            </p:cNvPr>
            <p:cNvSpPr/>
            <p:nvPr/>
          </p:nvSpPr>
          <p:spPr>
            <a:xfrm>
              <a:off x="3859213" y="5162302"/>
              <a:ext cx="576000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C0B5E49-0C4F-5689-6AD0-DA5EBDB045AF}"/>
                </a:ext>
              </a:extLst>
            </p:cNvPr>
            <p:cNvSpPr txBox="1"/>
            <p:nvPr/>
          </p:nvSpPr>
          <p:spPr>
            <a:xfrm>
              <a:off x="4043567" y="5291573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77054DBC-CAA1-C5EF-5E11-E315CB5B1395}"/>
              </a:ext>
            </a:extLst>
          </p:cNvPr>
          <p:cNvSpPr txBox="1"/>
          <p:nvPr/>
        </p:nvSpPr>
        <p:spPr>
          <a:xfrm>
            <a:off x="970141" y="5122380"/>
            <a:ext cx="484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E6D375-889A-A6B0-876B-445B8F4B3E83}"/>
              </a:ext>
            </a:extLst>
          </p:cNvPr>
          <p:cNvSpPr txBox="1"/>
          <p:nvPr/>
        </p:nvSpPr>
        <p:spPr>
          <a:xfrm>
            <a:off x="2012786" y="5118243"/>
            <a:ext cx="3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DE41129-CB8B-9B4C-9691-319D3221A35D}"/>
              </a:ext>
            </a:extLst>
          </p:cNvPr>
          <p:cNvSpPr txBox="1"/>
          <p:nvPr/>
        </p:nvSpPr>
        <p:spPr>
          <a:xfrm>
            <a:off x="3055499" y="5122380"/>
            <a:ext cx="3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A5DED6E-CD6F-85E5-C915-FF2D41E5FF6B}"/>
              </a:ext>
            </a:extLst>
          </p:cNvPr>
          <p:cNvSpPr txBox="1"/>
          <p:nvPr/>
        </p:nvSpPr>
        <p:spPr>
          <a:xfrm>
            <a:off x="5650447" y="5113411"/>
            <a:ext cx="68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A6CD2D5-ACB2-CCEC-DDD3-919B09AFD9FE}"/>
              </a:ext>
            </a:extLst>
          </p:cNvPr>
          <p:cNvCxnSpPr>
            <a:cxnSpLocks/>
            <a:stCxn id="56" idx="1"/>
            <a:endCxn id="4" idx="3"/>
          </p:cNvCxnSpPr>
          <p:nvPr/>
        </p:nvCxnSpPr>
        <p:spPr>
          <a:xfrm flipV="1">
            <a:off x="792678" y="3512003"/>
            <a:ext cx="7" cy="2329593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6C1BD52-B68F-BFAD-2908-DE581A0F8931}"/>
              </a:ext>
            </a:extLst>
          </p:cNvPr>
          <p:cNvCxnSpPr>
            <a:cxnSpLocks/>
            <a:stCxn id="61" idx="1"/>
            <a:endCxn id="8" idx="3"/>
          </p:cNvCxnSpPr>
          <p:nvPr/>
        </p:nvCxnSpPr>
        <p:spPr>
          <a:xfrm flipV="1">
            <a:off x="1830043" y="3512001"/>
            <a:ext cx="6045" cy="232959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1999BEA-5E6B-911A-5EA1-59A738A100B4}"/>
              </a:ext>
            </a:extLst>
          </p:cNvPr>
          <p:cNvCxnSpPr>
            <a:cxnSpLocks/>
            <a:stCxn id="65" idx="1"/>
            <a:endCxn id="11" idx="3"/>
          </p:cNvCxnSpPr>
          <p:nvPr/>
        </p:nvCxnSpPr>
        <p:spPr>
          <a:xfrm flipV="1">
            <a:off x="2879491" y="3512000"/>
            <a:ext cx="0" cy="232433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2F6990FF-772E-4E02-37E6-60BBFD2059BE}"/>
              </a:ext>
            </a:extLst>
          </p:cNvPr>
          <p:cNvSpPr txBox="1"/>
          <p:nvPr/>
        </p:nvSpPr>
        <p:spPr>
          <a:xfrm>
            <a:off x="1481552" y="5096152"/>
            <a:ext cx="4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01C1A24-BAD5-1346-2D36-8000C257744E}"/>
              </a:ext>
            </a:extLst>
          </p:cNvPr>
          <p:cNvSpPr txBox="1"/>
          <p:nvPr/>
        </p:nvSpPr>
        <p:spPr>
          <a:xfrm>
            <a:off x="2588900" y="5122380"/>
            <a:ext cx="36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9CF737E-2899-698C-82DA-297FF7931096}"/>
              </a:ext>
            </a:extLst>
          </p:cNvPr>
          <p:cNvCxnSpPr>
            <a:cxnSpLocks/>
            <a:stCxn id="8" idx="4"/>
            <a:endCxn id="61" idx="0"/>
          </p:cNvCxnSpPr>
          <p:nvPr/>
        </p:nvCxnSpPr>
        <p:spPr>
          <a:xfrm flipH="1">
            <a:off x="2033690" y="3596354"/>
            <a:ext cx="6045" cy="216088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638D9B1-79F0-1B69-C2C7-EA0EACB6A073}"/>
              </a:ext>
            </a:extLst>
          </p:cNvPr>
          <p:cNvCxnSpPr>
            <a:cxnSpLocks/>
            <a:stCxn id="4" idx="4"/>
            <a:endCxn id="56" idx="0"/>
          </p:cNvCxnSpPr>
          <p:nvPr/>
        </p:nvCxnSpPr>
        <p:spPr>
          <a:xfrm flipH="1">
            <a:off x="996325" y="3596356"/>
            <a:ext cx="7" cy="21608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79DF246-92B6-E5C2-6496-78716B46110F}"/>
              </a:ext>
            </a:extLst>
          </p:cNvPr>
          <p:cNvCxnSpPr>
            <a:cxnSpLocks/>
            <a:stCxn id="11" idx="4"/>
            <a:endCxn id="65" idx="0"/>
          </p:cNvCxnSpPr>
          <p:nvPr/>
        </p:nvCxnSpPr>
        <p:spPr>
          <a:xfrm>
            <a:off x="3083138" y="3596353"/>
            <a:ext cx="0" cy="215563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734BD12-D93F-3E42-1B85-F7D88D212B69}"/>
              </a:ext>
            </a:extLst>
          </p:cNvPr>
          <p:cNvGrpSpPr/>
          <p:nvPr/>
        </p:nvGrpSpPr>
        <p:grpSpPr>
          <a:xfrm>
            <a:off x="3394785" y="1535069"/>
            <a:ext cx="575999" cy="576000"/>
            <a:chOff x="2292594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3F919CA0-2BAD-2989-813E-9BD9D291280D}"/>
                </a:ext>
              </a:extLst>
            </p:cNvPr>
            <p:cNvSpPr/>
            <p:nvPr/>
          </p:nvSpPr>
          <p:spPr>
            <a:xfrm>
              <a:off x="2292594" y="1019175"/>
              <a:ext cx="366273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AA41A39-4929-E04A-7B98-D34E8F4BF553}"/>
                </a:ext>
              </a:extLst>
            </p:cNvPr>
            <p:cNvSpPr txBox="1"/>
            <p:nvPr/>
          </p:nvSpPr>
          <p:spPr>
            <a:xfrm flipH="1">
              <a:off x="2391379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6C9940E-916B-FEE8-55D1-06E6D3D5DBDD}"/>
              </a:ext>
            </a:extLst>
          </p:cNvPr>
          <p:cNvCxnSpPr>
            <a:cxnSpLocks/>
            <a:stCxn id="11" idx="0"/>
            <a:endCxn id="124" idx="4"/>
          </p:cNvCxnSpPr>
          <p:nvPr/>
        </p:nvCxnSpPr>
        <p:spPr>
          <a:xfrm flipV="1">
            <a:off x="3083138" y="2111069"/>
            <a:ext cx="599647" cy="90928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1B052C3-664F-DE7A-F783-C531214D9826}"/>
              </a:ext>
            </a:extLst>
          </p:cNvPr>
          <p:cNvCxnSpPr>
            <a:cxnSpLocks/>
            <a:stCxn id="4" idx="0"/>
            <a:endCxn id="124" idx="2"/>
          </p:cNvCxnSpPr>
          <p:nvPr/>
        </p:nvCxnSpPr>
        <p:spPr>
          <a:xfrm flipV="1">
            <a:off x="996326" y="1823069"/>
            <a:ext cx="2398459" cy="11972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A04D9F8-7F8F-C502-785E-3B8E68D5509A}"/>
              </a:ext>
            </a:extLst>
          </p:cNvPr>
          <p:cNvCxnSpPr>
            <a:cxnSpLocks/>
            <a:stCxn id="8" idx="0"/>
            <a:endCxn id="124" idx="3"/>
          </p:cNvCxnSpPr>
          <p:nvPr/>
        </p:nvCxnSpPr>
        <p:spPr>
          <a:xfrm flipV="1">
            <a:off x="2039735" y="2026716"/>
            <a:ext cx="1439403" cy="99363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8430605-6A9D-0F76-44AB-0879C94D55D2}"/>
              </a:ext>
            </a:extLst>
          </p:cNvPr>
          <p:cNvCxnSpPr>
            <a:cxnSpLocks/>
            <a:stCxn id="15" idx="0"/>
            <a:endCxn id="124" idx="6"/>
          </p:cNvCxnSpPr>
          <p:nvPr/>
        </p:nvCxnSpPr>
        <p:spPr>
          <a:xfrm flipH="1" flipV="1">
            <a:off x="3970784" y="1823069"/>
            <a:ext cx="1227359" cy="120309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9660C07-4490-33B8-5639-73D9D943C233}"/>
              </a:ext>
            </a:extLst>
          </p:cNvPr>
          <p:cNvSpPr txBox="1"/>
          <p:nvPr/>
        </p:nvSpPr>
        <p:spPr>
          <a:xfrm>
            <a:off x="1068036" y="2487182"/>
            <a:ext cx="550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A8DE1F9-C013-33D3-2119-B2738FDDB785}"/>
              </a:ext>
            </a:extLst>
          </p:cNvPr>
          <p:cNvSpPr txBox="1"/>
          <p:nvPr/>
        </p:nvSpPr>
        <p:spPr>
          <a:xfrm>
            <a:off x="1901709" y="2511659"/>
            <a:ext cx="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BC7D6D2-2895-01AD-79CD-D0CCC29F09EA}"/>
              </a:ext>
            </a:extLst>
          </p:cNvPr>
          <p:cNvSpPr txBox="1"/>
          <p:nvPr/>
        </p:nvSpPr>
        <p:spPr>
          <a:xfrm>
            <a:off x="2864164" y="2509067"/>
            <a:ext cx="40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281DAC5-8BC5-C6A1-24B0-D683D549D1C1}"/>
              </a:ext>
            </a:extLst>
          </p:cNvPr>
          <p:cNvSpPr txBox="1"/>
          <p:nvPr/>
        </p:nvSpPr>
        <p:spPr>
          <a:xfrm>
            <a:off x="4878789" y="2490248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Xtest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6F580F4-2EC5-B573-6AF7-A7D68505FF62}"/>
              </a:ext>
            </a:extLst>
          </p:cNvPr>
          <p:cNvCxnSpPr>
            <a:cxnSpLocks/>
            <a:stCxn id="22" idx="0"/>
            <a:endCxn id="15" idx="5"/>
          </p:cNvCxnSpPr>
          <p:nvPr/>
        </p:nvCxnSpPr>
        <p:spPr>
          <a:xfrm flipH="1" flipV="1">
            <a:off x="5401789" y="3517808"/>
            <a:ext cx="280720" cy="670409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91CE8D0-C8A2-63EE-E107-118B8A1A7C9F}"/>
              </a:ext>
            </a:extLst>
          </p:cNvPr>
          <p:cNvSpPr txBox="1"/>
          <p:nvPr/>
        </p:nvSpPr>
        <p:spPr>
          <a:xfrm>
            <a:off x="5462911" y="3458355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π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9A85D8-B746-D490-209B-A63F068474F3}"/>
              </a:ext>
            </a:extLst>
          </p:cNvPr>
          <p:cNvGrpSpPr/>
          <p:nvPr/>
        </p:nvGrpSpPr>
        <p:grpSpPr>
          <a:xfrm>
            <a:off x="5981744" y="3019627"/>
            <a:ext cx="635630" cy="576000"/>
            <a:chOff x="1659284" y="1019175"/>
            <a:chExt cx="404191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AE5D47-4055-2D35-E6EF-2ED8B9711F15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E91205-869D-8565-FED1-9FE11F5DE6A3}"/>
                </a:ext>
              </a:extLst>
            </p:cNvPr>
            <p:cNvSpPr txBox="1"/>
            <p:nvPr/>
          </p:nvSpPr>
          <p:spPr>
            <a:xfrm>
              <a:off x="1681340" y="1149172"/>
              <a:ext cx="382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treat</a:t>
              </a:r>
              <a:endParaRPr lang="en-US" sz="1600" baseline="-250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BA73240-1C9E-FEBC-8275-5433F73BF240}"/>
              </a:ext>
            </a:extLst>
          </p:cNvPr>
          <p:cNvSpPr txBox="1"/>
          <p:nvPr/>
        </p:nvSpPr>
        <p:spPr>
          <a:xfrm>
            <a:off x="5478946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θ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4BE1C3-1FA9-2595-41FF-9203EA0B8C45}"/>
              </a:ext>
            </a:extLst>
          </p:cNvPr>
          <p:cNvCxnSpPr>
            <a:cxnSpLocks/>
            <a:stCxn id="15" idx="7"/>
            <a:endCxn id="13" idx="1"/>
          </p:cNvCxnSpPr>
          <p:nvPr/>
        </p:nvCxnSpPr>
        <p:spPr>
          <a:xfrm flipV="1">
            <a:off x="5401789" y="3103980"/>
            <a:ext cx="664308" cy="6534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7B53C48-9DC7-3863-52FF-519456C547B0}"/>
              </a:ext>
            </a:extLst>
          </p:cNvPr>
          <p:cNvCxnSpPr>
            <a:cxnSpLocks/>
            <a:stCxn id="13" idx="0"/>
            <a:endCxn id="124" idx="7"/>
          </p:cNvCxnSpPr>
          <p:nvPr/>
        </p:nvCxnSpPr>
        <p:spPr>
          <a:xfrm flipH="1" flipV="1">
            <a:off x="3886431" y="1619422"/>
            <a:ext cx="2383313" cy="14002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CCD99B4-D52B-F6DF-CBA2-5F645444472D}"/>
              </a:ext>
            </a:extLst>
          </p:cNvPr>
          <p:cNvSpPr txBox="1"/>
          <p:nvPr/>
        </p:nvSpPr>
        <p:spPr>
          <a:xfrm>
            <a:off x="5319668" y="2206170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768649-6230-8AC9-C791-8CDDACB1C398}"/>
              </a:ext>
            </a:extLst>
          </p:cNvPr>
          <p:cNvGrpSpPr/>
          <p:nvPr/>
        </p:nvGrpSpPr>
        <p:grpSpPr>
          <a:xfrm>
            <a:off x="3373390" y="4189520"/>
            <a:ext cx="575996" cy="576000"/>
            <a:chOff x="1484849" y="1178204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F3ED290-28A0-9CA8-BCA7-38FCED16CA68}"/>
                </a:ext>
              </a:extLst>
            </p:cNvPr>
            <p:cNvSpPr/>
            <p:nvPr/>
          </p:nvSpPr>
          <p:spPr>
            <a:xfrm>
              <a:off x="1484849" y="1178204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989DA1-8541-BE29-1E6C-DA1114A92DD7}"/>
                </a:ext>
              </a:extLst>
            </p:cNvPr>
            <p:cNvSpPr txBox="1"/>
            <p:nvPr/>
          </p:nvSpPr>
          <p:spPr>
            <a:xfrm>
              <a:off x="1491895" y="130588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FN</a:t>
              </a:r>
              <a:endParaRPr lang="en-US" sz="1600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2A8A5F1-4F78-E87A-1C8D-F2AC06246B22}"/>
              </a:ext>
            </a:extLst>
          </p:cNvPr>
          <p:cNvCxnSpPr>
            <a:cxnSpLocks/>
            <a:stCxn id="87" idx="3"/>
            <a:endCxn id="47" idx="6"/>
          </p:cNvCxnSpPr>
          <p:nvPr/>
        </p:nvCxnSpPr>
        <p:spPr>
          <a:xfrm flipH="1">
            <a:off x="3949386" y="4277653"/>
            <a:ext cx="388947" cy="199867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E372F78-EDD7-CDCB-98A9-A91E5553E270}"/>
              </a:ext>
            </a:extLst>
          </p:cNvPr>
          <p:cNvSpPr txBox="1"/>
          <p:nvPr/>
        </p:nvSpPr>
        <p:spPr>
          <a:xfrm>
            <a:off x="3881980" y="4103293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AF7914D-8185-30FA-E3AD-6CECDB7B0D1C}"/>
              </a:ext>
            </a:extLst>
          </p:cNvPr>
          <p:cNvCxnSpPr>
            <a:cxnSpLocks/>
            <a:stCxn id="47" idx="4"/>
            <a:endCxn id="65" idx="7"/>
          </p:cNvCxnSpPr>
          <p:nvPr/>
        </p:nvCxnSpPr>
        <p:spPr>
          <a:xfrm flipH="1">
            <a:off x="3286785" y="4765520"/>
            <a:ext cx="374603" cy="107081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8A70E18-78D3-1551-685E-4BAD31162F3D}"/>
              </a:ext>
            </a:extLst>
          </p:cNvPr>
          <p:cNvCxnSpPr>
            <a:cxnSpLocks/>
            <a:stCxn id="47" idx="0"/>
            <a:endCxn id="124" idx="4"/>
          </p:cNvCxnSpPr>
          <p:nvPr/>
        </p:nvCxnSpPr>
        <p:spPr>
          <a:xfrm flipV="1">
            <a:off x="3661388" y="2111069"/>
            <a:ext cx="21397" cy="207845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33A04F9-659A-93DB-3E77-F0D1C9B58D13}"/>
              </a:ext>
            </a:extLst>
          </p:cNvPr>
          <p:cNvSpPr txBox="1"/>
          <p:nvPr/>
        </p:nvSpPr>
        <p:spPr>
          <a:xfrm>
            <a:off x="3157342" y="3849663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02ECC37-9185-7C49-E46F-89C40EDA0231}"/>
              </a:ext>
            </a:extLst>
          </p:cNvPr>
          <p:cNvSpPr txBox="1"/>
          <p:nvPr/>
        </p:nvSpPr>
        <p:spPr>
          <a:xfrm>
            <a:off x="3463819" y="5121276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910DA7-C633-9002-D850-330B05F2F20A}"/>
              </a:ext>
            </a:extLst>
          </p:cNvPr>
          <p:cNvSpPr/>
          <p:nvPr/>
        </p:nvSpPr>
        <p:spPr>
          <a:xfrm>
            <a:off x="5394510" y="4188217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5A12FD-7C50-F5D3-461E-6F818597CCB9}"/>
              </a:ext>
            </a:extLst>
          </p:cNvPr>
          <p:cNvSpPr txBox="1"/>
          <p:nvPr/>
        </p:nvSpPr>
        <p:spPr>
          <a:xfrm>
            <a:off x="5396757" y="4324637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4</a:t>
            </a:r>
            <a:endParaRPr lang="en-US" sz="1600" baseline="-250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3F1855F-8CB1-791C-2FC4-436703127623}"/>
              </a:ext>
            </a:extLst>
          </p:cNvPr>
          <p:cNvCxnSpPr>
            <a:cxnSpLocks/>
            <a:stCxn id="22" idx="3"/>
            <a:endCxn id="47" idx="5"/>
          </p:cNvCxnSpPr>
          <p:nvPr/>
        </p:nvCxnSpPr>
        <p:spPr>
          <a:xfrm flipH="1">
            <a:off x="3865033" y="4679864"/>
            <a:ext cx="1613830" cy="1303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7783A7-3A1C-441C-4E28-E7B51031DD61}"/>
              </a:ext>
            </a:extLst>
          </p:cNvPr>
          <p:cNvSpPr txBox="1"/>
          <p:nvPr/>
        </p:nvSpPr>
        <p:spPr>
          <a:xfrm>
            <a:off x="4788720" y="4593099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6E1FFCD-8E31-3474-0F5F-7DAB371D2908}"/>
              </a:ext>
            </a:extLst>
          </p:cNvPr>
          <p:cNvSpPr txBox="1"/>
          <p:nvPr/>
        </p:nvSpPr>
        <p:spPr>
          <a:xfrm>
            <a:off x="4799200" y="3690734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BF81F32-8B3E-B694-3A6A-5A77F4C56950}"/>
              </a:ext>
            </a:extLst>
          </p:cNvPr>
          <p:cNvSpPr/>
          <p:nvPr/>
        </p:nvSpPr>
        <p:spPr>
          <a:xfrm>
            <a:off x="4253980" y="3786006"/>
            <a:ext cx="575998" cy="57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C182CC5-B8A2-6697-36A7-6B4A823CF6B8}"/>
              </a:ext>
            </a:extLst>
          </p:cNvPr>
          <p:cNvSpPr txBox="1"/>
          <p:nvPr/>
        </p:nvSpPr>
        <p:spPr>
          <a:xfrm>
            <a:off x="4281201" y="3907135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3</a:t>
            </a:r>
            <a:endParaRPr lang="en-US" sz="1600" baseline="-25000" dirty="0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E9555D9-BE66-AC90-AB4F-93422CF1168B}"/>
              </a:ext>
            </a:extLst>
          </p:cNvPr>
          <p:cNvCxnSpPr>
            <a:cxnSpLocks/>
            <a:stCxn id="15" idx="4"/>
            <a:endCxn id="87" idx="7"/>
          </p:cNvCxnSpPr>
          <p:nvPr/>
        </p:nvCxnSpPr>
        <p:spPr>
          <a:xfrm flipH="1">
            <a:off x="4745625" y="3602161"/>
            <a:ext cx="452518" cy="26819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7F991A16-C225-22AE-D5D2-4E50F9B1B11F}"/>
              </a:ext>
            </a:extLst>
          </p:cNvPr>
          <p:cNvSpPr/>
          <p:nvPr/>
        </p:nvSpPr>
        <p:spPr>
          <a:xfrm>
            <a:off x="5978435" y="1762032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3C98149-9835-0AA3-F744-752A2662DE04}"/>
              </a:ext>
            </a:extLst>
          </p:cNvPr>
          <p:cNvSpPr txBox="1"/>
          <p:nvPr/>
        </p:nvSpPr>
        <p:spPr>
          <a:xfrm>
            <a:off x="6003992" y="1872899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5</a:t>
            </a:r>
            <a:endParaRPr lang="en-US" sz="1600" baseline="-25000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A8FA20E-8BD2-1E54-5E70-842773ECEF12}"/>
              </a:ext>
            </a:extLst>
          </p:cNvPr>
          <p:cNvCxnSpPr>
            <a:cxnSpLocks/>
            <a:stCxn id="13" idx="0"/>
            <a:endCxn id="127" idx="4"/>
          </p:cNvCxnSpPr>
          <p:nvPr/>
        </p:nvCxnSpPr>
        <p:spPr>
          <a:xfrm flipH="1" flipV="1">
            <a:off x="6266434" y="2338032"/>
            <a:ext cx="3310" cy="68159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AA7F2B31-20D8-A0E3-92CE-1F73E309383D}"/>
              </a:ext>
            </a:extLst>
          </p:cNvPr>
          <p:cNvSpPr txBox="1"/>
          <p:nvPr/>
        </p:nvSpPr>
        <p:spPr>
          <a:xfrm>
            <a:off x="5824908" y="1262851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DB9A2F1-8A16-A29D-293B-E3D59CE8921F}"/>
              </a:ext>
            </a:extLst>
          </p:cNvPr>
          <p:cNvCxnSpPr>
            <a:cxnSpLocks/>
            <a:stCxn id="127" idx="3"/>
            <a:endCxn id="124" idx="7"/>
          </p:cNvCxnSpPr>
          <p:nvPr/>
        </p:nvCxnSpPr>
        <p:spPr>
          <a:xfrm flipH="1" flipV="1">
            <a:off x="3886431" y="1619422"/>
            <a:ext cx="2176357" cy="63425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DC85644-0DBE-143B-A49B-A1143DF8FEBA}"/>
              </a:ext>
            </a:extLst>
          </p:cNvPr>
          <p:cNvSpPr txBox="1"/>
          <p:nvPr/>
        </p:nvSpPr>
        <p:spPr>
          <a:xfrm>
            <a:off x="5348118" y="1766590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T3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9C066B0-C403-C5D4-3E45-0233C31D034A}"/>
              </a:ext>
            </a:extLst>
          </p:cNvPr>
          <p:cNvCxnSpPr>
            <a:cxnSpLocks/>
            <a:stCxn id="87" idx="0"/>
            <a:endCxn id="124" idx="5"/>
          </p:cNvCxnSpPr>
          <p:nvPr/>
        </p:nvCxnSpPr>
        <p:spPr>
          <a:xfrm flipH="1" flipV="1">
            <a:off x="3886431" y="2026716"/>
            <a:ext cx="655548" cy="175929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CA5E03E7-243D-38CC-C077-1CF5D8E9E3D6}"/>
              </a:ext>
            </a:extLst>
          </p:cNvPr>
          <p:cNvSpPr txBox="1"/>
          <p:nvPr/>
        </p:nvSpPr>
        <p:spPr>
          <a:xfrm>
            <a:off x="4971465" y="3999927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T2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E69E52A-AD61-86BE-BC30-8D8C09078397}"/>
              </a:ext>
            </a:extLst>
          </p:cNvPr>
          <p:cNvSpPr txBox="1"/>
          <p:nvPr/>
        </p:nvSpPr>
        <p:spPr>
          <a:xfrm>
            <a:off x="3731469" y="2515803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T1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01C18E2-4686-C70A-4805-A190802A487B}"/>
              </a:ext>
            </a:extLst>
          </p:cNvPr>
          <p:cNvCxnSpPr>
            <a:cxnSpLocks/>
            <a:stCxn id="22" idx="4"/>
            <a:endCxn id="65" idx="6"/>
          </p:cNvCxnSpPr>
          <p:nvPr/>
        </p:nvCxnSpPr>
        <p:spPr>
          <a:xfrm flipH="1">
            <a:off x="3371138" y="4764217"/>
            <a:ext cx="2311371" cy="127576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4DE4D075-5095-17AB-0488-765E974D39E6}"/>
              </a:ext>
            </a:extLst>
          </p:cNvPr>
          <p:cNvSpPr txBox="1"/>
          <p:nvPr/>
        </p:nvSpPr>
        <p:spPr>
          <a:xfrm>
            <a:off x="4820826" y="5142620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T2</a:t>
            </a:r>
          </a:p>
        </p:txBody>
      </p: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C4C8E663-A29F-BD96-1421-D6AF87014515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09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DD8BB4DF86A943BBC55C25BB137C68" ma:contentTypeVersion="17" ma:contentTypeDescription="Create a new document." ma:contentTypeScope="" ma:versionID="238741a5233370d3f2b39ebf759b0390">
  <xsd:schema xmlns:xsd="http://www.w3.org/2001/XMLSchema" xmlns:xs="http://www.w3.org/2001/XMLSchema" xmlns:p="http://schemas.microsoft.com/office/2006/metadata/properties" xmlns:ns3="d2e7d39c-a66a-4cbc-8c83-ff54e43165d5" xmlns:ns4="daeedcda-0288-492d-a574-d0ce5f6cb493" targetNamespace="http://schemas.microsoft.com/office/2006/metadata/properties" ma:root="true" ma:fieldsID="d5772c75380b8bf94ecc96a9d38ba2c1" ns3:_="" ns4:_="">
    <xsd:import namespace="d2e7d39c-a66a-4cbc-8c83-ff54e43165d5"/>
    <xsd:import namespace="daeedcda-0288-492d-a574-d0ce5f6cb49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e7d39c-a66a-4cbc-8c83-ff54e43165d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eedcda-0288-492d-a574-d0ce5f6cb4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eedcda-0288-492d-a574-d0ce5f6cb493" xsi:nil="true"/>
  </documentManagement>
</p:properties>
</file>

<file path=customXml/itemProps1.xml><?xml version="1.0" encoding="utf-8"?>
<ds:datastoreItem xmlns:ds="http://schemas.openxmlformats.org/officeDocument/2006/customXml" ds:itemID="{CF36064D-6583-40DC-A3AC-EAC598A68C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e7d39c-a66a-4cbc-8c83-ff54e43165d5"/>
    <ds:schemaRef ds:uri="daeedcda-0288-492d-a574-d0ce5f6cb4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2B5FBF-51D6-4059-ABF5-70935E5090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460B-E157-4AE5-B627-357A5CE467F8}">
  <ds:schemaRefs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daeedcda-0288-492d-a574-d0ce5f6cb493"/>
    <ds:schemaRef ds:uri="d2e7d39c-a66a-4cbc-8c83-ff54e43165d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3054</TotalTime>
  <Words>2180</Words>
  <Application>Microsoft Office PowerPoint</Application>
  <PresentationFormat>Widescreen</PresentationFormat>
  <Paragraphs>858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UK Health Security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Fellowes</dc:creator>
  <cp:lastModifiedBy>Laura Fellowes</cp:lastModifiedBy>
  <cp:revision>9</cp:revision>
  <dcterms:created xsi:type="dcterms:W3CDTF">2026-04-22T10:44:57Z</dcterms:created>
  <dcterms:modified xsi:type="dcterms:W3CDTF">2026-10-14T17:59:29Z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0x01010064DD8BB4DF86A943BBC55C25BB137C68</vt:lpwstr>
  </property>
</Properties>
</file>
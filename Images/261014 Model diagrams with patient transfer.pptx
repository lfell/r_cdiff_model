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511" r:id="rId5"/>
    <p:sldId id="501" r:id="rId6"/>
    <p:sldId id="500" r:id="rId7"/>
    <p:sldId id="499" r:id="rId8"/>
    <p:sldId id="502" r:id="rId9"/>
    <p:sldId id="512" r:id="rId10"/>
    <p:sldId id="508" r:id="rId11"/>
    <p:sldId id="509" r:id="rId12"/>
    <p:sldId id="510" r:id="rId13"/>
    <p:sldId id="51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42C5CD-B9D5-4D56-AA72-CD0E1D03E4DE}" v="1" dt="2026-10-14T18:03:10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95" autoAdjust="0"/>
    <p:restoredTop sz="94660"/>
  </p:normalViewPr>
  <p:slideViewPr>
    <p:cSldViewPr snapToGrid="0">
      <p:cViewPr>
        <p:scale>
          <a:sx n="90" d="100"/>
          <a:sy n="90" d="100"/>
        </p:scale>
        <p:origin x="120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Fellowes" userId="ad24ae3f3b31f6f2" providerId="LiveId" clId="{F4F871EA-529A-490B-A4D9-F35205FBBD9E}"/>
    <pc:docChg chg="undo redo custSel addSld delSld modSld">
      <pc:chgData name="Laura Fellowes" userId="ad24ae3f3b31f6f2" providerId="LiveId" clId="{F4F871EA-529A-490B-A4D9-F35205FBBD9E}" dt="2026-10-15T17:52:00.543" v="1073" actId="1035"/>
      <pc:docMkLst>
        <pc:docMk/>
      </pc:docMkLst>
      <pc:sldChg chg="del">
        <pc:chgData name="Laura Fellowes" userId="ad24ae3f3b31f6f2" providerId="LiveId" clId="{F4F871EA-529A-490B-A4D9-F35205FBBD9E}" dt="2026-10-14T18:01:40.094" v="0" actId="47"/>
        <pc:sldMkLst>
          <pc:docMk/>
          <pc:sldMk cId="2028177140" sldId="503"/>
        </pc:sldMkLst>
      </pc:sldChg>
      <pc:sldChg chg="del">
        <pc:chgData name="Laura Fellowes" userId="ad24ae3f3b31f6f2" providerId="LiveId" clId="{F4F871EA-529A-490B-A4D9-F35205FBBD9E}" dt="2026-10-14T18:01:40.660" v="1" actId="47"/>
        <pc:sldMkLst>
          <pc:docMk/>
          <pc:sldMk cId="532632592" sldId="504"/>
        </pc:sldMkLst>
      </pc:sldChg>
      <pc:sldChg chg="del">
        <pc:chgData name="Laura Fellowes" userId="ad24ae3f3b31f6f2" providerId="LiveId" clId="{F4F871EA-529A-490B-A4D9-F35205FBBD9E}" dt="2026-10-14T18:01:41.226" v="2" actId="47"/>
        <pc:sldMkLst>
          <pc:docMk/>
          <pc:sldMk cId="3723846457" sldId="505"/>
        </pc:sldMkLst>
      </pc:sldChg>
      <pc:sldChg chg="del">
        <pc:chgData name="Laura Fellowes" userId="ad24ae3f3b31f6f2" providerId="LiveId" clId="{F4F871EA-529A-490B-A4D9-F35205FBBD9E}" dt="2026-10-14T18:01:41.891" v="3" actId="47"/>
        <pc:sldMkLst>
          <pc:docMk/>
          <pc:sldMk cId="1088365979" sldId="506"/>
        </pc:sldMkLst>
      </pc:sldChg>
      <pc:sldChg chg="del">
        <pc:chgData name="Laura Fellowes" userId="ad24ae3f3b31f6f2" providerId="LiveId" clId="{F4F871EA-529A-490B-A4D9-F35205FBBD9E}" dt="2026-10-14T18:01:43.730" v="4" actId="47"/>
        <pc:sldMkLst>
          <pc:docMk/>
          <pc:sldMk cId="1252147827" sldId="507"/>
        </pc:sldMkLst>
      </pc:sldChg>
      <pc:sldChg chg="modSp mod">
        <pc:chgData name="Laura Fellowes" userId="ad24ae3f3b31f6f2" providerId="LiveId" clId="{F4F871EA-529A-490B-A4D9-F35205FBBD9E}" dt="2026-10-15T17:48:29.367" v="1054" actId="1038"/>
        <pc:sldMkLst>
          <pc:docMk/>
          <pc:sldMk cId="3028386027" sldId="508"/>
        </pc:sldMkLst>
        <pc:spChg chg="mod">
          <ac:chgData name="Laura Fellowes" userId="ad24ae3f3b31f6f2" providerId="LiveId" clId="{F4F871EA-529A-490B-A4D9-F35205FBBD9E}" dt="2026-10-15T17:48:29.367" v="1054" actId="1038"/>
          <ac:spMkLst>
            <pc:docMk/>
            <pc:sldMk cId="3028386027" sldId="508"/>
            <ac:spMk id="47" creationId="{24FFE997-0757-AAD5-BE90-8316A5DA469C}"/>
          </ac:spMkLst>
        </pc:spChg>
        <pc:spChg chg="mod">
          <ac:chgData name="Laura Fellowes" userId="ad24ae3f3b31f6f2" providerId="LiveId" clId="{F4F871EA-529A-490B-A4D9-F35205FBBD9E}" dt="2026-10-15T17:48:29.367" v="1054" actId="1038"/>
          <ac:spMkLst>
            <pc:docMk/>
            <pc:sldMk cId="3028386027" sldId="508"/>
            <ac:spMk id="48" creationId="{6E6BCDCB-B95A-7D6F-9A2C-10EC5DD30125}"/>
          </ac:spMkLst>
        </pc:spChg>
        <pc:cxnChg chg="mod">
          <ac:chgData name="Laura Fellowes" userId="ad24ae3f3b31f6f2" providerId="LiveId" clId="{F4F871EA-529A-490B-A4D9-F35205FBBD9E}" dt="2026-10-15T17:48:29.367" v="1054" actId="1038"/>
          <ac:cxnSpMkLst>
            <pc:docMk/>
            <pc:sldMk cId="3028386027" sldId="508"/>
            <ac:cxnSpMk id="33" creationId="{7FFBFB32-C456-8E60-1FAF-FB93872D8E90}"/>
          </ac:cxnSpMkLst>
        </pc:cxnChg>
        <pc:cxnChg chg="mod">
          <ac:chgData name="Laura Fellowes" userId="ad24ae3f3b31f6f2" providerId="LiveId" clId="{F4F871EA-529A-490B-A4D9-F35205FBBD9E}" dt="2026-10-15T17:48:29.367" v="1054" actId="1038"/>
          <ac:cxnSpMkLst>
            <pc:docMk/>
            <pc:sldMk cId="3028386027" sldId="508"/>
            <ac:cxnSpMk id="59" creationId="{6A741C10-3C07-7FF8-39FA-E6716E90C77C}"/>
          </ac:cxnSpMkLst>
        </pc:cxnChg>
        <pc:cxnChg chg="mod">
          <ac:chgData name="Laura Fellowes" userId="ad24ae3f3b31f6f2" providerId="LiveId" clId="{F4F871EA-529A-490B-A4D9-F35205FBBD9E}" dt="2026-10-15T17:48:29.367" v="1054" actId="1038"/>
          <ac:cxnSpMkLst>
            <pc:docMk/>
            <pc:sldMk cId="3028386027" sldId="508"/>
            <ac:cxnSpMk id="78" creationId="{0E59703D-0B55-754D-48B5-7D69B7CEB9E4}"/>
          </ac:cxnSpMkLst>
        </pc:cxnChg>
        <pc:cxnChg chg="mod">
          <ac:chgData name="Laura Fellowes" userId="ad24ae3f3b31f6f2" providerId="LiveId" clId="{F4F871EA-529A-490B-A4D9-F35205FBBD9E}" dt="2026-10-15T17:48:29.367" v="1054" actId="1038"/>
          <ac:cxnSpMkLst>
            <pc:docMk/>
            <pc:sldMk cId="3028386027" sldId="508"/>
            <ac:cxnSpMk id="89" creationId="{5AEECBFE-FC6D-1746-63D1-D858824D8013}"/>
          </ac:cxnSpMkLst>
        </pc:cxnChg>
      </pc:sldChg>
      <pc:sldChg chg="delSp modSp mod">
        <pc:chgData name="Laura Fellowes" userId="ad24ae3f3b31f6f2" providerId="LiveId" clId="{F4F871EA-529A-490B-A4D9-F35205FBBD9E}" dt="2026-10-14T18:09:18.501" v="208" actId="58"/>
        <pc:sldMkLst>
          <pc:docMk/>
          <pc:sldMk cId="1118651180" sldId="509"/>
        </pc:sldMkLst>
        <pc:spChg chg="del">
          <ac:chgData name="Laura Fellowes" userId="ad24ae3f3b31f6f2" providerId="LiveId" clId="{F4F871EA-529A-490B-A4D9-F35205FBBD9E}" dt="2026-10-14T18:09:10.400" v="203" actId="478"/>
          <ac:spMkLst>
            <pc:docMk/>
            <pc:sldMk cId="1118651180" sldId="509"/>
            <ac:spMk id="90" creationId="{DE85AF11-B5FE-7C3E-17F9-A3DC9944A4E5}"/>
          </ac:spMkLst>
        </pc:spChg>
        <pc:graphicFrameChg chg="modGraphic">
          <ac:chgData name="Laura Fellowes" userId="ad24ae3f3b31f6f2" providerId="LiveId" clId="{F4F871EA-529A-490B-A4D9-F35205FBBD9E}" dt="2026-10-14T18:09:18.501" v="208" actId="58"/>
          <ac:graphicFrameMkLst>
            <pc:docMk/>
            <pc:sldMk cId="1118651180" sldId="509"/>
            <ac:graphicFrameMk id="128" creationId="{A31E5414-BF65-2406-C29C-64A7C76FE5D3}"/>
          </ac:graphicFrameMkLst>
        </pc:graphicFrameChg>
        <pc:cxnChg chg="del mod">
          <ac:chgData name="Laura Fellowes" userId="ad24ae3f3b31f6f2" providerId="LiveId" clId="{F4F871EA-529A-490B-A4D9-F35205FBBD9E}" dt="2026-10-14T18:09:07.677" v="202" actId="478"/>
          <ac:cxnSpMkLst>
            <pc:docMk/>
            <pc:sldMk cId="1118651180" sldId="509"/>
            <ac:cxnSpMk id="85" creationId="{99CF496F-5962-002C-4B77-50E2BD1FBDB5}"/>
          </ac:cxnSpMkLst>
        </pc:cxnChg>
      </pc:sldChg>
      <pc:sldChg chg="addSp delSp modSp mod">
        <pc:chgData name="Laura Fellowes" userId="ad24ae3f3b31f6f2" providerId="LiveId" clId="{F4F871EA-529A-490B-A4D9-F35205FBBD9E}" dt="2026-10-15T17:52:00.543" v="1073" actId="1035"/>
        <pc:sldMkLst>
          <pc:docMk/>
          <pc:sldMk cId="1959309368" sldId="510"/>
        </pc:sldMkLst>
        <pc:spChg chg="mod">
          <ac:chgData name="Laura Fellowes" userId="ad24ae3f3b31f6f2" providerId="LiveId" clId="{F4F871EA-529A-490B-A4D9-F35205FBBD9E}" dt="2026-10-15T17:41:32.709" v="1033" actId="20577"/>
          <ac:spMkLst>
            <pc:docMk/>
            <pc:sldMk cId="1959309368" sldId="510"/>
            <ac:spMk id="20" creationId="{309D93E3-E880-567E-170E-8C71AEC18E5A}"/>
          </ac:spMkLst>
        </pc:spChg>
        <pc:spChg chg="mod">
          <ac:chgData name="Laura Fellowes" userId="ad24ae3f3b31f6f2" providerId="LiveId" clId="{F4F871EA-529A-490B-A4D9-F35205FBBD9E}" dt="2026-10-15T14:13:33.059" v="983" actId="1035"/>
          <ac:spMkLst>
            <pc:docMk/>
            <pc:sldMk cId="1959309368" sldId="510"/>
            <ac:spMk id="27" creationId="{E8080C41-BAAE-CC0D-E093-EFF0DA44630D}"/>
          </ac:spMkLst>
        </pc:spChg>
        <pc:spChg chg="mod">
          <ac:chgData name="Laura Fellowes" userId="ad24ae3f3b31f6f2" providerId="LiveId" clId="{F4F871EA-529A-490B-A4D9-F35205FBBD9E}" dt="2026-10-15T14:13:55.631" v="996" actId="1036"/>
          <ac:spMkLst>
            <pc:docMk/>
            <pc:sldMk cId="1959309368" sldId="510"/>
            <ac:spMk id="72" creationId="{1E372F78-EDD7-CDCB-98A9-A91E5553E270}"/>
          </ac:spMkLst>
        </pc:spChg>
        <pc:spChg chg="mod">
          <ac:chgData name="Laura Fellowes" userId="ad24ae3f3b31f6f2" providerId="LiveId" clId="{F4F871EA-529A-490B-A4D9-F35205FBBD9E}" dt="2026-10-15T14:15:14.944" v="1009" actId="1037"/>
          <ac:spMkLst>
            <pc:docMk/>
            <pc:sldMk cId="1959309368" sldId="510"/>
            <ac:spMk id="83" creationId="{96E1FFCD-8E31-3474-0F5F-7DAB371D2908}"/>
          </ac:spMkLst>
        </pc:spChg>
        <pc:spChg chg="mod">
          <ac:chgData name="Laura Fellowes" userId="ad24ae3f3b31f6f2" providerId="LiveId" clId="{F4F871EA-529A-490B-A4D9-F35205FBBD9E}" dt="2026-10-15T14:10:30.790" v="938" actId="1038"/>
          <ac:spMkLst>
            <pc:docMk/>
            <pc:sldMk cId="1959309368" sldId="510"/>
            <ac:spMk id="87" creationId="{CBF81F32-8B3E-B694-3A6A-5A77F4C56950}"/>
          </ac:spMkLst>
        </pc:spChg>
        <pc:spChg chg="mod">
          <ac:chgData name="Laura Fellowes" userId="ad24ae3f3b31f6f2" providerId="LiveId" clId="{F4F871EA-529A-490B-A4D9-F35205FBBD9E}" dt="2026-10-15T14:10:30.790" v="938" actId="1038"/>
          <ac:spMkLst>
            <pc:docMk/>
            <pc:sldMk cId="1959309368" sldId="510"/>
            <ac:spMk id="98" creationId="{9C182CC5-B8A2-6697-36A7-6B4A823CF6B8}"/>
          </ac:spMkLst>
        </pc:spChg>
        <pc:spChg chg="mod">
          <ac:chgData name="Laura Fellowes" userId="ad24ae3f3b31f6f2" providerId="LiveId" clId="{F4F871EA-529A-490B-A4D9-F35205FBBD9E}" dt="2026-10-15T17:52:00.543" v="1073" actId="1035"/>
          <ac:spMkLst>
            <pc:docMk/>
            <pc:sldMk cId="1959309368" sldId="510"/>
            <ac:spMk id="99" creationId="{933A04F9-659A-93DB-3E77-F0D1C9B58D13}"/>
          </ac:spMkLst>
        </pc:spChg>
        <pc:spChg chg="mod">
          <ac:chgData name="Laura Fellowes" userId="ad24ae3f3b31f6f2" providerId="LiveId" clId="{F4F871EA-529A-490B-A4D9-F35205FBBD9E}" dt="2026-10-15T16:38:29.503" v="1013" actId="20577"/>
          <ac:spMkLst>
            <pc:docMk/>
            <pc:sldMk cId="1959309368" sldId="510"/>
            <ac:spMk id="151" creationId="{EDC85644-0DBE-143B-A49B-A1143DF8FEBA}"/>
          </ac:spMkLst>
        </pc:spChg>
        <pc:spChg chg="mod">
          <ac:chgData name="Laura Fellowes" userId="ad24ae3f3b31f6f2" providerId="LiveId" clId="{F4F871EA-529A-490B-A4D9-F35205FBBD9E}" dt="2026-10-15T16:39:00.365" v="1029" actId="20577"/>
          <ac:spMkLst>
            <pc:docMk/>
            <pc:sldMk cId="1959309368" sldId="510"/>
            <ac:spMk id="156" creationId="{CA5E03E7-243D-38CC-C077-1CF5D8E9E3D6}"/>
          </ac:spMkLst>
        </pc:spChg>
        <pc:spChg chg="mod">
          <ac:chgData name="Laura Fellowes" userId="ad24ae3f3b31f6f2" providerId="LiveId" clId="{F4F871EA-529A-490B-A4D9-F35205FBBD9E}" dt="2026-10-15T16:38:55.551" v="1027" actId="1037"/>
          <ac:spMkLst>
            <pc:docMk/>
            <pc:sldMk cId="1959309368" sldId="510"/>
            <ac:spMk id="162" creationId="{8E69E52A-AD61-86BE-BC30-8D8C09078397}"/>
          </ac:spMkLst>
        </pc:spChg>
        <pc:spChg chg="mod">
          <ac:chgData name="Laura Fellowes" userId="ad24ae3f3b31f6f2" providerId="LiveId" clId="{F4F871EA-529A-490B-A4D9-F35205FBBD9E}" dt="2026-10-15T16:38:16.400" v="1011" actId="20577"/>
          <ac:spMkLst>
            <pc:docMk/>
            <pc:sldMk cId="1959309368" sldId="510"/>
            <ac:spMk id="188" creationId="{4DE4D075-5095-17AB-0488-765E974D39E6}"/>
          </ac:spMkLst>
        </pc:spChg>
        <pc:cxnChg chg="mod">
          <ac:chgData name="Laura Fellowes" userId="ad24ae3f3b31f6f2" providerId="LiveId" clId="{F4F871EA-529A-490B-A4D9-F35205FBBD9E}" dt="2026-10-15T14:11:24.069" v="961" actId="14100"/>
          <ac:cxnSpMkLst>
            <pc:docMk/>
            <pc:sldMk cId="1959309368" sldId="510"/>
            <ac:cxnSpMk id="17" creationId="{A05E51F5-2E17-BFE5-C0E4-75CDBFF0A40F}"/>
          </ac:cxnSpMkLst>
        </pc:cxnChg>
        <pc:cxnChg chg="add del mod">
          <ac:chgData name="Laura Fellowes" userId="ad24ae3f3b31f6f2" providerId="LiveId" clId="{F4F871EA-529A-490B-A4D9-F35205FBBD9E}" dt="2026-10-15T14:10:37.336" v="939" actId="478"/>
          <ac:cxnSpMkLst>
            <pc:docMk/>
            <pc:sldMk cId="1959309368" sldId="510"/>
            <ac:cxnSpMk id="25" creationId="{74BFDF94-F5C4-5607-5D58-AD3C9C95D972}"/>
          </ac:cxnSpMkLst>
        </pc:cxnChg>
        <pc:cxnChg chg="mod">
          <ac:chgData name="Laura Fellowes" userId="ad24ae3f3b31f6f2" providerId="LiveId" clId="{F4F871EA-529A-490B-A4D9-F35205FBBD9E}" dt="2026-10-15T14:13:23.532" v="975" actId="14100"/>
          <ac:cxnSpMkLst>
            <pc:docMk/>
            <pc:sldMk cId="1959309368" sldId="510"/>
            <ac:cxnSpMk id="59" creationId="{52A8A5F1-4F78-E87A-1C8D-F2AC06246B22}"/>
          </ac:cxnSpMkLst>
        </pc:cxnChg>
        <pc:cxnChg chg="mod">
          <ac:chgData name="Laura Fellowes" userId="ad24ae3f3b31f6f2" providerId="LiveId" clId="{F4F871EA-529A-490B-A4D9-F35205FBBD9E}" dt="2026-10-15T14:12:32.606" v="970" actId="14100"/>
          <ac:cxnSpMkLst>
            <pc:docMk/>
            <pc:sldMk cId="1959309368" sldId="510"/>
            <ac:cxnSpMk id="101" creationId="{5E9555D9-BE66-AC90-AB4F-93422CF1168B}"/>
          </ac:cxnSpMkLst>
        </pc:cxnChg>
        <pc:cxnChg chg="mod">
          <ac:chgData name="Laura Fellowes" userId="ad24ae3f3b31f6f2" providerId="LiveId" clId="{F4F871EA-529A-490B-A4D9-F35205FBBD9E}" dt="2026-10-15T17:48:51.455" v="1055" actId="14100"/>
          <ac:cxnSpMkLst>
            <pc:docMk/>
            <pc:sldMk cId="1959309368" sldId="510"/>
            <ac:cxnSpMk id="152" creationId="{59C066B0-C403-C5D4-3E45-0233C31D034A}"/>
          </ac:cxnSpMkLst>
        </pc:cxnChg>
        <pc:cxnChg chg="mod">
          <ac:chgData name="Laura Fellowes" userId="ad24ae3f3b31f6f2" providerId="LiveId" clId="{F4F871EA-529A-490B-A4D9-F35205FBBD9E}" dt="2026-10-15T14:14:40.635" v="998" actId="14100"/>
          <ac:cxnSpMkLst>
            <pc:docMk/>
            <pc:sldMk cId="1959309368" sldId="510"/>
            <ac:cxnSpMk id="157" creationId="{4C0AEB7B-B17A-E6AE-803D-6A3E076587C6}"/>
          </ac:cxnSpMkLst>
        </pc:cxnChg>
      </pc:sldChg>
      <pc:sldChg chg="delSp modSp new mod">
        <pc:chgData name="Laura Fellowes" userId="ad24ae3f3b31f6f2" providerId="LiveId" clId="{F4F871EA-529A-490B-A4D9-F35205FBBD9E}" dt="2026-10-14T18:03:01.755" v="58" actId="255"/>
        <pc:sldMkLst>
          <pc:docMk/>
          <pc:sldMk cId="2101536885" sldId="511"/>
        </pc:sldMkLst>
        <pc:spChg chg="del">
          <ac:chgData name="Laura Fellowes" userId="ad24ae3f3b31f6f2" providerId="LiveId" clId="{F4F871EA-529A-490B-A4D9-F35205FBBD9E}" dt="2026-10-14T18:02:14.767" v="6" actId="478"/>
          <ac:spMkLst>
            <pc:docMk/>
            <pc:sldMk cId="2101536885" sldId="511"/>
            <ac:spMk id="2" creationId="{8B75F107-2323-8AD5-212D-720F7C441D79}"/>
          </ac:spMkLst>
        </pc:spChg>
        <pc:spChg chg="mod">
          <ac:chgData name="Laura Fellowes" userId="ad24ae3f3b31f6f2" providerId="LiveId" clId="{F4F871EA-529A-490B-A4D9-F35205FBBD9E}" dt="2026-10-14T18:03:01.755" v="58" actId="255"/>
          <ac:spMkLst>
            <pc:docMk/>
            <pc:sldMk cId="2101536885" sldId="511"/>
            <ac:spMk id="3" creationId="{99D3246E-5AF0-9924-3848-76CD9B983E0F}"/>
          </ac:spMkLst>
        </pc:spChg>
      </pc:sldChg>
      <pc:sldChg chg="modSp add mod">
        <pc:chgData name="Laura Fellowes" userId="ad24ae3f3b31f6f2" providerId="LiveId" clId="{F4F871EA-529A-490B-A4D9-F35205FBBD9E}" dt="2026-10-14T18:03:22.567" v="78" actId="20577"/>
        <pc:sldMkLst>
          <pc:docMk/>
          <pc:sldMk cId="2469223019" sldId="512"/>
        </pc:sldMkLst>
        <pc:spChg chg="mod">
          <ac:chgData name="Laura Fellowes" userId="ad24ae3f3b31f6f2" providerId="LiveId" clId="{F4F871EA-529A-490B-A4D9-F35205FBBD9E}" dt="2026-10-14T18:03:22.567" v="78" actId="20577"/>
          <ac:spMkLst>
            <pc:docMk/>
            <pc:sldMk cId="2469223019" sldId="512"/>
            <ac:spMk id="3" creationId="{7F7E1492-717B-CBC1-BCDC-1850B73DF64C}"/>
          </ac:spMkLst>
        </pc:spChg>
      </pc:sldChg>
      <pc:sldChg chg="addSp delSp modSp new mod">
        <pc:chgData name="Laura Fellowes" userId="ad24ae3f3b31f6f2" providerId="LiveId" clId="{F4F871EA-529A-490B-A4D9-F35205FBBD9E}" dt="2026-10-14T18:36:27.450" v="893" actId="20577"/>
        <pc:sldMkLst>
          <pc:docMk/>
          <pc:sldMk cId="3901849474" sldId="513"/>
        </pc:sldMkLst>
        <pc:spChg chg="del">
          <ac:chgData name="Laura Fellowes" userId="ad24ae3f3b31f6f2" providerId="LiveId" clId="{F4F871EA-529A-490B-A4D9-F35205FBBD9E}" dt="2026-10-14T18:04:28.172" v="80" actId="478"/>
          <ac:spMkLst>
            <pc:docMk/>
            <pc:sldMk cId="3901849474" sldId="513"/>
            <ac:spMk id="2" creationId="{1F8C3F20-0FF0-B99C-0469-C70C2DD7BF87}"/>
          </ac:spMkLst>
        </pc:spChg>
        <pc:spChg chg="del mod">
          <ac:chgData name="Laura Fellowes" userId="ad24ae3f3b31f6f2" providerId="LiveId" clId="{F4F871EA-529A-490B-A4D9-F35205FBBD9E}" dt="2026-10-14T18:10:01.146" v="210" actId="478"/>
          <ac:spMkLst>
            <pc:docMk/>
            <pc:sldMk cId="3901849474" sldId="513"/>
            <ac:spMk id="3" creationId="{8B02DDC6-BF7F-3E89-DAE5-680DFC2CA465}"/>
          </ac:spMkLst>
        </pc:spChg>
        <pc:spChg chg="add del mod">
          <ac:chgData name="Laura Fellowes" userId="ad24ae3f3b31f6f2" providerId="LiveId" clId="{F4F871EA-529A-490B-A4D9-F35205FBBD9E}" dt="2026-10-14T18:10:57.521" v="211" actId="3680"/>
          <ac:spMkLst>
            <pc:docMk/>
            <pc:sldMk cId="3901849474" sldId="513"/>
            <ac:spMk id="5" creationId="{AF3C1A3D-E3B4-35E9-A15C-DB65493172B6}"/>
          </ac:spMkLst>
        </pc:spChg>
        <pc:graphicFrameChg chg="add mod ord modGraphic">
          <ac:chgData name="Laura Fellowes" userId="ad24ae3f3b31f6f2" providerId="LiveId" clId="{F4F871EA-529A-490B-A4D9-F35205FBBD9E}" dt="2026-10-14T18:36:27.450" v="893" actId="20577"/>
          <ac:graphicFrameMkLst>
            <pc:docMk/>
            <pc:sldMk cId="3901849474" sldId="513"/>
            <ac:graphicFrameMk id="6" creationId="{3052C253-866D-D067-6B42-9AC9D291DED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51C8-F163-AAD2-6C97-E8209AD86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75247-0B81-67D0-B147-E122BAA00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C924E-53DD-79CA-B0C3-1FB8521B6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C97C1-0B1E-EC9B-3EA3-0A78E73E6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803D1-9935-BBCA-6F1C-105F1ADC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50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40E5D-B3EA-1913-6DC8-9964F99A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4B0F4-D15D-186F-3DE3-3B48729CD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84980-87B5-2F3D-255E-CF1CC113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A10C4-2CDE-3EEA-0172-9E67B053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CB879-C8E0-0FC8-9A0E-36C1E7E4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67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DC61-0B95-82F0-4EA6-0F1772CA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511AC-190E-256B-773C-50C8EC2A3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5F7F0-5557-5B87-48A8-F31C511A2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6C604-DA0C-0C7C-1FC3-A44D812CD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AA659-8CB5-EE9C-4BE3-5D36B9716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49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57BB-EB2D-7B9C-B668-804845F87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99966-8824-C2D0-BCF1-3C40AD163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3D43A-A6BE-7F35-22AC-A42035CAE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4F7F1-00A3-5007-B466-375136674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DD39D-3C1D-98C6-0627-74858A6FC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C2E4E-E019-BE1D-AAF6-8582B898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551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ACE04-9B4C-C343-1441-1C136B87E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99DB5-96DE-658F-E6DC-C896A2C8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FC0D9-CD54-3355-AB3F-6DB1E71EF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22D0B-ADF9-740D-F740-6FCD0CB56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8E3F0A-B490-E90B-A316-03676A137B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55C39-AE9A-FE16-289A-4EB96A8B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C5352-AE2B-D6E1-EBE2-477CEC92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4B5999-1D56-405E-AF6A-489C7EEC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151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DCA4-F73E-4F37-C1B7-38379F5E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1D71E-F6EC-356E-4513-C2CE4A1AA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F8735-7010-012C-9B07-95D8CCC23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7832C-3BD5-5D3A-3A1A-F1415651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84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7D9E9-4B2F-7E27-B934-B9C4758F1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18E0A-FEA7-4639-7ADC-F1B4F0CCB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3EB15-C39A-1482-0453-2127C390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94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8B88-0839-C5D3-4F05-99F020431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41DFC-E2D2-7B2B-4187-7E7BB9997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1D96C-A3DB-3302-7BA7-EEF285831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0ED15-F24E-4D6A-09D8-113EAE37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B45C0-619F-5C15-EFF6-1E90ECEB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7783C-A010-AE85-DF55-9A025E57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779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33FB-4D53-B501-AA3F-5DF67A25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FD256-7541-4E90-FF92-89DB45962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CEBD2-1752-1AE0-762C-3B9BBA56B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2488B-3D83-C41C-D3B6-58774004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7378C-6505-5A5B-EE25-83BB9E70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201E8-AFC7-21FC-915B-0EDDBB899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48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D0F5-27D7-7821-07A1-D8CBA25EB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CC29D-C3B4-8D97-92CE-B94E4BF98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0BBFF-CB29-7C35-773F-368342B25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576BD-3EF8-7781-9832-427022BD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701A4-D3DB-3224-99B6-6EB3B2B5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361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9B8BA8-2B58-568B-C4F3-E5CE72828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42A9D-945C-DE23-D371-6AAB0F3FE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B0771-8270-6231-2A92-DC350913B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94BD6-59D9-652E-F498-6C5839A6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654A7-B801-1937-41C9-3818D0104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43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2F2500-1AD5-1ED1-888B-2FF76F82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81B77-33CF-9C4C-5FF8-56323F3E7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9A348-8812-1EB2-3E8E-2CD00A2C9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17FE5-9CD7-4A18-934C-3138DBC62915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0AB86-C18C-D71A-4229-43430050E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26598-47D9-7A18-5F03-632CA5F2A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851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D3246E-5AF0-9924-3848-76CD9B983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8600" y="797152"/>
            <a:ext cx="9144000" cy="1655762"/>
          </a:xfrm>
        </p:spPr>
        <p:txBody>
          <a:bodyPr>
            <a:normAutofit/>
          </a:bodyPr>
          <a:lstStyle/>
          <a:p>
            <a:r>
              <a:rPr lang="en-GB" sz="4800" dirty="0"/>
              <a:t>Patient transfer time included in main flow rates</a:t>
            </a:r>
          </a:p>
        </p:txBody>
      </p:sp>
    </p:spTree>
    <p:extLst>
      <p:ext uri="{BB962C8B-B14F-4D97-AF65-F5344CB8AC3E}">
        <p14:creationId xmlns:p14="http://schemas.microsoft.com/office/powerpoint/2010/main" val="2101536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D6106-F6FC-AECC-32F0-F4DB0E3E7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4DF0A15-72DD-681B-0619-8361D089B623}"/>
              </a:ext>
            </a:extLst>
          </p:cNvPr>
          <p:cNvSpPr txBox="1"/>
          <p:nvPr/>
        </p:nvSpPr>
        <p:spPr>
          <a:xfrm>
            <a:off x="0" y="156870"/>
            <a:ext cx="691908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1: No isolation of suspected or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patients are on a general ward, no isolation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3FBC578-D3D5-CADE-EF6D-F65F59A8B92D}"/>
              </a:ext>
            </a:extLst>
          </p:cNvPr>
          <p:cNvGraphicFramePr>
            <a:graphicFrameLocks noGrp="1"/>
          </p:cNvGraphicFramePr>
          <p:nvPr/>
        </p:nvGraphicFramePr>
        <p:xfrm>
          <a:off x="7075061" y="229320"/>
          <a:ext cx="4838350" cy="63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dirty="0">
                          <a:solidFill>
                            <a:schemeClr val="tx1"/>
                          </a:solidFill>
                          <a:latin typeface="+mn-lt"/>
                        </a:rPr>
                        <a:t>C. difficile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Suspected cases identification rate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Discharge rates (no discharges from </a:t>
                      </a:r>
                      <a:r>
                        <a:rPr lang="en-GB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Xtest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2BDC1D03-8820-5E23-6409-CAD9651F2B09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CA4BA45-9E31-328C-AB74-BF4DF56DE610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877951-C14B-69A3-0C37-A4CB2999DF10}"/>
              </a:ext>
            </a:extLst>
          </p:cNvPr>
          <p:cNvCxnSpPr>
            <a:cxnSpLocks/>
          </p:cNvCxnSpPr>
          <p:nvPr/>
        </p:nvCxnSpPr>
        <p:spPr>
          <a:xfrm>
            <a:off x="7126491" y="961851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E7EED29-896B-C76A-F86F-4659E9D12AA8}"/>
              </a:ext>
            </a:extLst>
          </p:cNvPr>
          <p:cNvCxnSpPr>
            <a:cxnSpLocks/>
          </p:cNvCxnSpPr>
          <p:nvPr/>
        </p:nvCxnSpPr>
        <p:spPr>
          <a:xfrm>
            <a:off x="7136675" y="1252595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5707C3A-7675-796F-B89D-00C632879969}"/>
              </a:ext>
            </a:extLst>
          </p:cNvPr>
          <p:cNvSpPr txBox="1"/>
          <p:nvPr/>
        </p:nvSpPr>
        <p:spPr>
          <a:xfrm>
            <a:off x="4994497" y="5928332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AA52B60-F39C-E421-A4FA-EBB4A0116EB8}"/>
              </a:ext>
            </a:extLst>
          </p:cNvPr>
          <p:cNvSpPr txBox="1"/>
          <p:nvPr/>
        </p:nvSpPr>
        <p:spPr>
          <a:xfrm>
            <a:off x="461287" y="5003107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26412F8-512A-5B3C-83CF-AFF408A1ABE1}"/>
              </a:ext>
            </a:extLst>
          </p:cNvPr>
          <p:cNvGrpSpPr/>
          <p:nvPr/>
        </p:nvGrpSpPr>
        <p:grpSpPr>
          <a:xfrm>
            <a:off x="546115" y="1246863"/>
            <a:ext cx="6156529" cy="5370850"/>
            <a:chOff x="546115" y="1119378"/>
            <a:chExt cx="6156529" cy="5370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F389E4-1370-6ED9-0FC7-95D842AC0579}"/>
                </a:ext>
              </a:extLst>
            </p:cNvPr>
            <p:cNvSpPr/>
            <p:nvPr/>
          </p:nvSpPr>
          <p:spPr>
            <a:xfrm>
              <a:off x="546115" y="1119378"/>
              <a:ext cx="6156529" cy="3484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B2E505C-6BAB-A2D4-7CD9-1D2EA59A7C70}"/>
                </a:ext>
              </a:extLst>
            </p:cNvPr>
            <p:cNvGrpSpPr/>
            <p:nvPr/>
          </p:nvGrpSpPr>
          <p:grpSpPr>
            <a:xfrm>
              <a:off x="708332" y="2892871"/>
              <a:ext cx="575999" cy="576000"/>
              <a:chOff x="2181846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ACF6FE5-0C29-86A9-86F9-35ECDD5F7B8C}"/>
                  </a:ext>
                </a:extLst>
              </p:cNvPr>
              <p:cNvSpPr/>
              <p:nvPr/>
            </p:nvSpPr>
            <p:spPr>
              <a:xfrm>
                <a:off x="2181846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E932B0-1009-FC17-D9F5-20DE94A379B9}"/>
                  </a:ext>
                </a:extLst>
              </p:cNvPr>
              <p:cNvSpPr txBox="1"/>
              <p:nvPr/>
            </p:nvSpPr>
            <p:spPr>
              <a:xfrm flipH="1">
                <a:off x="2273076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</a:t>
                </a:r>
                <a:endParaRPr lang="en-US" sz="1600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CD016A0-58A1-2E0F-F46C-A3AD48EC490A}"/>
                </a:ext>
              </a:extLst>
            </p:cNvPr>
            <p:cNvGrpSpPr/>
            <p:nvPr/>
          </p:nvGrpSpPr>
          <p:grpSpPr>
            <a:xfrm>
              <a:off x="1751735" y="2892869"/>
              <a:ext cx="575999" cy="576000"/>
              <a:chOff x="2370102" y="2176637"/>
              <a:chExt cx="575999" cy="5760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0BF0D79-38DB-6C51-4E31-245716C83F7E}"/>
                  </a:ext>
                </a:extLst>
              </p:cNvPr>
              <p:cNvSpPr/>
              <p:nvPr/>
            </p:nvSpPr>
            <p:spPr>
              <a:xfrm>
                <a:off x="2370102" y="2176637"/>
                <a:ext cx="575999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37E969-10E0-2B51-3123-2A2D41341D1B}"/>
                  </a:ext>
                </a:extLst>
              </p:cNvPr>
              <p:cNvSpPr txBox="1"/>
              <p:nvPr/>
            </p:nvSpPr>
            <p:spPr>
              <a:xfrm>
                <a:off x="2509777" y="2305908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C</a:t>
                </a:r>
                <a:endParaRPr lang="en-US" sz="16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1D5AA0F-B180-DF6A-ED37-7377C358EB23}"/>
                </a:ext>
              </a:extLst>
            </p:cNvPr>
            <p:cNvGrpSpPr/>
            <p:nvPr/>
          </p:nvGrpSpPr>
          <p:grpSpPr>
            <a:xfrm>
              <a:off x="2795138" y="2892868"/>
              <a:ext cx="576000" cy="576000"/>
              <a:chOff x="5405530" y="2176637"/>
              <a:chExt cx="576000" cy="576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2557D3F-2DC4-24BF-C3C0-8B931035F96F}"/>
                  </a:ext>
                </a:extLst>
              </p:cNvPr>
              <p:cNvSpPr/>
              <p:nvPr/>
            </p:nvSpPr>
            <p:spPr>
              <a:xfrm>
                <a:off x="5405530" y="2176637"/>
                <a:ext cx="576000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02D60D-8942-13D9-AAE4-5A5A7562C930}"/>
                  </a:ext>
                </a:extLst>
              </p:cNvPr>
              <p:cNvSpPr txBox="1"/>
              <p:nvPr/>
            </p:nvSpPr>
            <p:spPr>
              <a:xfrm>
                <a:off x="5589884" y="2305908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</a:t>
                </a:r>
                <a:endParaRPr lang="en-US" sz="1600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428861F-76D9-B6BD-1443-149E33885D6A}"/>
                </a:ext>
              </a:extLst>
            </p:cNvPr>
            <p:cNvCxnSpPr>
              <a:cxnSpLocks/>
              <a:stCxn id="4" idx="7"/>
              <a:endCxn id="8" idx="1"/>
            </p:cNvCxnSpPr>
            <p:nvPr/>
          </p:nvCxnSpPr>
          <p:spPr>
            <a:xfrm flipV="1">
              <a:off x="1199978" y="2977222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3CE895A-0F65-B079-A4A2-CA439642D57C}"/>
                </a:ext>
              </a:extLst>
            </p:cNvPr>
            <p:cNvCxnSpPr>
              <a:cxnSpLocks/>
              <a:stCxn id="8" idx="7"/>
              <a:endCxn id="11" idx="1"/>
            </p:cNvCxnSpPr>
            <p:nvPr/>
          </p:nvCxnSpPr>
          <p:spPr>
            <a:xfrm flipV="1">
              <a:off x="2243381" y="2977221"/>
              <a:ext cx="636110" cy="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BC06D38-501D-310F-95A1-FC7D31485AB6}"/>
                </a:ext>
              </a:extLst>
            </p:cNvPr>
            <p:cNvSpPr txBox="1"/>
            <p:nvPr/>
          </p:nvSpPr>
          <p:spPr>
            <a:xfrm>
              <a:off x="2381413" y="2881047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α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393B53-7FF0-E180-AABF-FBE7A85C42E7}"/>
                </a:ext>
              </a:extLst>
            </p:cNvPr>
            <p:cNvSpPr txBox="1"/>
            <p:nvPr/>
          </p:nvSpPr>
          <p:spPr>
            <a:xfrm>
              <a:off x="1375024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λ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DD494030-0F48-3F2B-9250-F23D738C1375}"/>
                </a:ext>
              </a:extLst>
            </p:cNvPr>
            <p:cNvCxnSpPr>
              <a:cxnSpLocks/>
              <a:stCxn id="4" idx="5"/>
              <a:endCxn id="8" idx="3"/>
            </p:cNvCxnSpPr>
            <p:nvPr/>
          </p:nvCxnSpPr>
          <p:spPr>
            <a:xfrm flipV="1">
              <a:off x="1199978" y="3384516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551C7C9-B7BE-87CB-975D-609514A8F90A}"/>
                </a:ext>
              </a:extLst>
            </p:cNvPr>
            <p:cNvSpPr txBox="1"/>
            <p:nvPr/>
          </p:nvSpPr>
          <p:spPr>
            <a:xfrm>
              <a:off x="1365150" y="3290365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μ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1B8E9C6-4C29-C3D1-A83A-81348DB47486}"/>
                </a:ext>
              </a:extLst>
            </p:cNvPr>
            <p:cNvGrpSpPr/>
            <p:nvPr/>
          </p:nvGrpSpPr>
          <p:grpSpPr>
            <a:xfrm>
              <a:off x="4910144" y="2898676"/>
              <a:ext cx="604198" cy="576000"/>
              <a:chOff x="1659284" y="1019175"/>
              <a:chExt cx="384205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F4E433E-7DB5-8B5E-7783-4F5F0CE587E0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A60F03-71EF-2593-6F20-E48AB25D9EE8}"/>
                  </a:ext>
                </a:extLst>
              </p:cNvPr>
              <p:cNvSpPr txBox="1"/>
              <p:nvPr/>
            </p:nvSpPr>
            <p:spPr>
              <a:xfrm>
                <a:off x="1691300" y="1148446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test</a:t>
                </a:r>
                <a:endParaRPr lang="en-US" sz="1600" baseline="-25000" dirty="0"/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D35BD90-CE73-8CC5-295A-3579675AB1DF}"/>
                </a:ext>
              </a:extLst>
            </p:cNvPr>
            <p:cNvCxnSpPr>
              <a:cxnSpLocks/>
              <a:stCxn id="11" idx="7"/>
              <a:endCxn id="15" idx="1"/>
            </p:cNvCxnSpPr>
            <p:nvPr/>
          </p:nvCxnSpPr>
          <p:spPr>
            <a:xfrm>
              <a:off x="3286785" y="2977221"/>
              <a:ext cx="1707712" cy="5808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9274178-3BE3-3BBC-6E0E-71C80A23998C}"/>
                </a:ext>
              </a:extLst>
            </p:cNvPr>
            <p:cNvSpPr txBox="1"/>
            <p:nvPr/>
          </p:nvSpPr>
          <p:spPr>
            <a:xfrm>
              <a:off x="4388578" y="2898631"/>
              <a:ext cx="2443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γ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6F9D59E2-8A70-9A62-1E62-E6D943C264BA}"/>
                </a:ext>
              </a:extLst>
            </p:cNvPr>
            <p:cNvCxnSpPr>
              <a:cxnSpLocks/>
              <a:stCxn id="13" idx="0"/>
              <a:endCxn id="4" idx="0"/>
            </p:cNvCxnSpPr>
            <p:nvPr/>
          </p:nvCxnSpPr>
          <p:spPr>
            <a:xfrm rot="16200000" flipH="1" flipV="1">
              <a:off x="3632670" y="255797"/>
              <a:ext cx="729" cy="5273418"/>
            </a:xfrm>
            <a:prstGeom prst="bentConnector3">
              <a:avLst>
                <a:gd name="adj1" fmla="val -31358025"/>
              </a:avLst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D2453F9-305D-264B-380F-65723A1B86E5}"/>
                </a:ext>
              </a:extLst>
            </p:cNvPr>
            <p:cNvSpPr txBox="1"/>
            <p:nvPr/>
          </p:nvSpPr>
          <p:spPr>
            <a:xfrm>
              <a:off x="6016429" y="2356547"/>
              <a:ext cx="276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δ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1646F86-FEFC-8C09-B850-94A9AAB46722}"/>
                </a:ext>
              </a:extLst>
            </p:cNvPr>
            <p:cNvSpPr txBox="1"/>
            <p:nvPr/>
          </p:nvSpPr>
          <p:spPr>
            <a:xfrm>
              <a:off x="642017" y="1189151"/>
              <a:ext cx="152265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Hospital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32F44FC-8394-C996-89B9-E25E296C6311}"/>
                </a:ext>
              </a:extLst>
            </p:cNvPr>
            <p:cNvSpPr/>
            <p:nvPr/>
          </p:nvSpPr>
          <p:spPr>
            <a:xfrm>
              <a:off x="546115" y="5450416"/>
              <a:ext cx="6153573" cy="10398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587DB0B-5676-89A8-F54B-129FECE65F1B}"/>
                </a:ext>
              </a:extLst>
            </p:cNvPr>
            <p:cNvGrpSpPr/>
            <p:nvPr/>
          </p:nvGrpSpPr>
          <p:grpSpPr>
            <a:xfrm>
              <a:off x="708325" y="5637716"/>
              <a:ext cx="575999" cy="576000"/>
              <a:chOff x="896085" y="5062911"/>
              <a:chExt cx="575999" cy="5760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DB648DF-9E17-7A29-B28B-6A24D7433904}"/>
                  </a:ext>
                </a:extLst>
              </p:cNvPr>
              <p:cNvSpPr/>
              <p:nvPr/>
            </p:nvSpPr>
            <p:spPr>
              <a:xfrm>
                <a:off x="896085" y="5062911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7EE2371-5590-CF35-B0D3-389F34F72ADD}"/>
                  </a:ext>
                </a:extLst>
              </p:cNvPr>
              <p:cNvSpPr txBox="1"/>
              <p:nvPr/>
            </p:nvSpPr>
            <p:spPr>
              <a:xfrm flipH="1">
                <a:off x="1051434" y="5176375"/>
                <a:ext cx="265206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S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05FBE05-D53B-C9DB-CE89-DD63C0EAEAD2}"/>
                </a:ext>
              </a:extLst>
            </p:cNvPr>
            <p:cNvGrpSpPr/>
            <p:nvPr/>
          </p:nvGrpSpPr>
          <p:grpSpPr>
            <a:xfrm>
              <a:off x="1745690" y="5637716"/>
              <a:ext cx="575999" cy="576000"/>
              <a:chOff x="2310240" y="5062909"/>
              <a:chExt cx="575999" cy="576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A61AF500-C3D9-60B0-2814-D96C60681BD8}"/>
                  </a:ext>
                </a:extLst>
              </p:cNvPr>
              <p:cNvSpPr/>
              <p:nvPr/>
            </p:nvSpPr>
            <p:spPr>
              <a:xfrm>
                <a:off x="2310240" y="5062909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974F4D0-0A51-3FF8-EDF5-3CB416C9019A}"/>
                  </a:ext>
                </a:extLst>
              </p:cNvPr>
              <p:cNvSpPr txBox="1"/>
              <p:nvPr/>
            </p:nvSpPr>
            <p:spPr>
              <a:xfrm>
                <a:off x="2449915" y="5192180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C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0110B5F-BB8F-8A29-A4DE-A48FB0890B74}"/>
                </a:ext>
              </a:extLst>
            </p:cNvPr>
            <p:cNvGrpSpPr/>
            <p:nvPr/>
          </p:nvGrpSpPr>
          <p:grpSpPr>
            <a:xfrm>
              <a:off x="2795138" y="5632457"/>
              <a:ext cx="576000" cy="576000"/>
              <a:chOff x="3859213" y="5062908"/>
              <a:chExt cx="576000" cy="5760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2958C5C3-48CF-6883-A127-E7056C4AC9A1}"/>
                  </a:ext>
                </a:extLst>
              </p:cNvPr>
              <p:cNvSpPr/>
              <p:nvPr/>
            </p:nvSpPr>
            <p:spPr>
              <a:xfrm>
                <a:off x="3859213" y="5062908"/>
                <a:ext cx="576000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8E72099-7E02-5566-BF90-FEE0E1FACAEC}"/>
                  </a:ext>
                </a:extLst>
              </p:cNvPr>
              <p:cNvSpPr txBox="1"/>
              <p:nvPr/>
            </p:nvSpPr>
            <p:spPr>
              <a:xfrm>
                <a:off x="4043567" y="5192179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B5B9436-8C1A-D598-27BF-9C8B4C2D5542}"/>
                </a:ext>
              </a:extLst>
            </p:cNvPr>
            <p:cNvSpPr txBox="1"/>
            <p:nvPr/>
          </p:nvSpPr>
          <p:spPr>
            <a:xfrm>
              <a:off x="970141" y="4875622"/>
              <a:ext cx="484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587281B-DCFC-3212-CEA5-329785EFDB71}"/>
                </a:ext>
              </a:extLst>
            </p:cNvPr>
            <p:cNvSpPr txBox="1"/>
            <p:nvPr/>
          </p:nvSpPr>
          <p:spPr>
            <a:xfrm>
              <a:off x="2012786" y="4871485"/>
              <a:ext cx="3953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92018F5-C5C6-71B1-D58F-5DB76C6B64BF}"/>
                </a:ext>
              </a:extLst>
            </p:cNvPr>
            <p:cNvSpPr txBox="1"/>
            <p:nvPr/>
          </p:nvSpPr>
          <p:spPr>
            <a:xfrm>
              <a:off x="3055499" y="4875622"/>
              <a:ext cx="3614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314E7D1-9B58-A224-62E3-DEA2AC614FF8}"/>
                </a:ext>
              </a:extLst>
            </p:cNvPr>
            <p:cNvSpPr txBox="1"/>
            <p:nvPr/>
          </p:nvSpPr>
          <p:spPr>
            <a:xfrm>
              <a:off x="5650447" y="4866653"/>
              <a:ext cx="6894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56A6EDB-5E8B-508F-C80B-7E09D1EAA104}"/>
                </a:ext>
              </a:extLst>
            </p:cNvPr>
            <p:cNvCxnSpPr>
              <a:cxnSpLocks/>
              <a:stCxn id="56" idx="1"/>
              <a:endCxn id="4" idx="3"/>
            </p:cNvCxnSpPr>
            <p:nvPr/>
          </p:nvCxnSpPr>
          <p:spPr>
            <a:xfrm flipV="1">
              <a:off x="792678" y="3384518"/>
              <a:ext cx="7" cy="2337551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851F9BA-B654-8725-A1A2-202C87D91D3B}"/>
                </a:ext>
              </a:extLst>
            </p:cNvPr>
            <p:cNvCxnSpPr>
              <a:cxnSpLocks/>
              <a:stCxn id="61" idx="1"/>
              <a:endCxn id="8" idx="3"/>
            </p:cNvCxnSpPr>
            <p:nvPr/>
          </p:nvCxnSpPr>
          <p:spPr>
            <a:xfrm flipV="1">
              <a:off x="1830043" y="3384516"/>
              <a:ext cx="6045" cy="2337553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869BE357-8727-AB37-6CB3-E290786FA9A0}"/>
                </a:ext>
              </a:extLst>
            </p:cNvPr>
            <p:cNvCxnSpPr>
              <a:cxnSpLocks/>
              <a:stCxn id="65" idx="1"/>
              <a:endCxn id="11" idx="3"/>
            </p:cNvCxnSpPr>
            <p:nvPr/>
          </p:nvCxnSpPr>
          <p:spPr>
            <a:xfrm flipV="1">
              <a:off x="2879491" y="3384515"/>
              <a:ext cx="0" cy="233229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3C2F75E-3184-332B-0108-0C50B0FED657}"/>
                </a:ext>
              </a:extLst>
            </p:cNvPr>
            <p:cNvSpPr txBox="1"/>
            <p:nvPr/>
          </p:nvSpPr>
          <p:spPr>
            <a:xfrm>
              <a:off x="1449744" y="4849394"/>
              <a:ext cx="4464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F5D1B4B-DF91-F96E-4325-125BB4E51FD9}"/>
                </a:ext>
              </a:extLst>
            </p:cNvPr>
            <p:cNvSpPr txBox="1"/>
            <p:nvPr/>
          </p:nvSpPr>
          <p:spPr>
            <a:xfrm>
              <a:off x="2549140" y="4875622"/>
              <a:ext cx="361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893EE05E-B7AC-2101-A38C-CA23AFB8DAC2}"/>
                </a:ext>
              </a:extLst>
            </p:cNvPr>
            <p:cNvCxnSpPr>
              <a:cxnSpLocks/>
              <a:stCxn id="8" idx="4"/>
              <a:endCxn id="61" idx="0"/>
            </p:cNvCxnSpPr>
            <p:nvPr/>
          </p:nvCxnSpPr>
          <p:spPr>
            <a:xfrm flipH="1">
              <a:off x="2033690" y="3468869"/>
              <a:ext cx="6045" cy="216884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98937B33-FF63-4566-6B4D-0D49D12BC155}"/>
                </a:ext>
              </a:extLst>
            </p:cNvPr>
            <p:cNvCxnSpPr>
              <a:cxnSpLocks/>
              <a:stCxn id="4" idx="4"/>
              <a:endCxn id="56" idx="0"/>
            </p:cNvCxnSpPr>
            <p:nvPr/>
          </p:nvCxnSpPr>
          <p:spPr>
            <a:xfrm flipH="1">
              <a:off x="996325" y="3468871"/>
              <a:ext cx="7" cy="216884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045B94F2-143C-CCFF-E3D6-8984D46CEC10}"/>
                </a:ext>
              </a:extLst>
            </p:cNvPr>
            <p:cNvCxnSpPr>
              <a:cxnSpLocks/>
              <a:stCxn id="11" idx="4"/>
              <a:endCxn id="65" idx="0"/>
            </p:cNvCxnSpPr>
            <p:nvPr/>
          </p:nvCxnSpPr>
          <p:spPr>
            <a:xfrm>
              <a:off x="3083138" y="3468868"/>
              <a:ext cx="0" cy="2163589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11C3710B-1C3A-F5B2-7386-E4A374E366DE}"/>
                </a:ext>
              </a:extLst>
            </p:cNvPr>
            <p:cNvGrpSpPr/>
            <p:nvPr/>
          </p:nvGrpSpPr>
          <p:grpSpPr>
            <a:xfrm>
              <a:off x="3394785" y="1407584"/>
              <a:ext cx="575999" cy="576000"/>
              <a:chOff x="2292594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1270F783-6FD6-686E-7B30-30980ADD6464}"/>
                  </a:ext>
                </a:extLst>
              </p:cNvPr>
              <p:cNvSpPr/>
              <p:nvPr/>
            </p:nvSpPr>
            <p:spPr>
              <a:xfrm>
                <a:off x="2292594" y="1019175"/>
                <a:ext cx="366273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14F75871-A3DF-CE82-2A57-A3C83C24B5DA}"/>
                  </a:ext>
                </a:extLst>
              </p:cNvPr>
              <p:cNvSpPr txBox="1"/>
              <p:nvPr/>
            </p:nvSpPr>
            <p:spPr>
              <a:xfrm flipH="1">
                <a:off x="2391379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D</a:t>
                </a:r>
              </a:p>
            </p:txBody>
          </p:sp>
        </p:grp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CD70B4A0-01F6-DA94-2E2F-E35748E4A4FB}"/>
                </a:ext>
              </a:extLst>
            </p:cNvPr>
            <p:cNvCxnSpPr>
              <a:cxnSpLocks/>
              <a:stCxn id="11" idx="0"/>
              <a:endCxn id="124" idx="4"/>
            </p:cNvCxnSpPr>
            <p:nvPr/>
          </p:nvCxnSpPr>
          <p:spPr>
            <a:xfrm flipV="1">
              <a:off x="3083138" y="1983584"/>
              <a:ext cx="599647" cy="90928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48BBE9D5-1BE4-FC34-CBD6-1EBC72FB9FA9}"/>
                </a:ext>
              </a:extLst>
            </p:cNvPr>
            <p:cNvCxnSpPr>
              <a:cxnSpLocks/>
              <a:stCxn id="4" idx="0"/>
              <a:endCxn id="124" idx="2"/>
            </p:cNvCxnSpPr>
            <p:nvPr/>
          </p:nvCxnSpPr>
          <p:spPr>
            <a:xfrm flipV="1">
              <a:off x="996326" y="1695584"/>
              <a:ext cx="2398459" cy="119728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74B64971-925A-42A8-79C4-E34B625E253A}"/>
                </a:ext>
              </a:extLst>
            </p:cNvPr>
            <p:cNvCxnSpPr>
              <a:cxnSpLocks/>
              <a:stCxn id="8" idx="0"/>
              <a:endCxn id="124" idx="3"/>
            </p:cNvCxnSpPr>
            <p:nvPr/>
          </p:nvCxnSpPr>
          <p:spPr>
            <a:xfrm flipV="1">
              <a:off x="2039735" y="1899231"/>
              <a:ext cx="1439403" cy="99363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094CCD26-DB1B-6EB7-E1BA-163F8F350C54}"/>
                </a:ext>
              </a:extLst>
            </p:cNvPr>
            <p:cNvCxnSpPr>
              <a:cxnSpLocks/>
              <a:stCxn id="15" idx="0"/>
              <a:endCxn id="124" idx="6"/>
            </p:cNvCxnSpPr>
            <p:nvPr/>
          </p:nvCxnSpPr>
          <p:spPr>
            <a:xfrm flipH="1" flipV="1">
              <a:off x="3970784" y="1695584"/>
              <a:ext cx="1227359" cy="120309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BC59DAF-316F-D343-B752-6A38576A4BB8}"/>
                </a:ext>
              </a:extLst>
            </p:cNvPr>
            <p:cNvSpPr txBox="1"/>
            <p:nvPr/>
          </p:nvSpPr>
          <p:spPr>
            <a:xfrm>
              <a:off x="1770842" y="2009134"/>
              <a:ext cx="5508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B645A70-8C9E-56A0-0F5B-28149366865D}"/>
                </a:ext>
              </a:extLst>
            </p:cNvPr>
            <p:cNvSpPr txBox="1"/>
            <p:nvPr/>
          </p:nvSpPr>
          <p:spPr>
            <a:xfrm>
              <a:off x="2485878" y="2009134"/>
              <a:ext cx="5023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C9187272-CBFC-382D-219F-97FF10D049B3}"/>
                </a:ext>
              </a:extLst>
            </p:cNvPr>
            <p:cNvSpPr txBox="1"/>
            <p:nvPr/>
          </p:nvSpPr>
          <p:spPr>
            <a:xfrm>
              <a:off x="3094850" y="2009134"/>
              <a:ext cx="40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873EF3B-125C-0DF9-CA43-D71991BB7212}"/>
                </a:ext>
              </a:extLst>
            </p:cNvPr>
            <p:cNvSpPr txBox="1"/>
            <p:nvPr/>
          </p:nvSpPr>
          <p:spPr>
            <a:xfrm>
              <a:off x="4520273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Xtest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55321E7-A2D5-8B03-DCE7-1EB40B5F559D}"/>
                </a:ext>
              </a:extLst>
            </p:cNvPr>
            <p:cNvCxnSpPr>
              <a:cxnSpLocks/>
              <a:stCxn id="47" idx="7"/>
              <a:endCxn id="15" idx="2"/>
            </p:cNvCxnSpPr>
            <p:nvPr/>
          </p:nvCxnSpPr>
          <p:spPr>
            <a:xfrm flipV="1">
              <a:off x="4330187" y="3186676"/>
              <a:ext cx="579957" cy="56214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BAD53E3-475D-2482-1045-68A80BCB1AF1}"/>
                </a:ext>
              </a:extLst>
            </p:cNvPr>
            <p:cNvSpPr txBox="1"/>
            <p:nvPr/>
          </p:nvSpPr>
          <p:spPr>
            <a:xfrm>
              <a:off x="4377125" y="3236576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π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259DE01-8A0A-3BCA-BE2F-3A3B08C3C9C3}"/>
                </a:ext>
              </a:extLst>
            </p:cNvPr>
            <p:cNvGrpSpPr/>
            <p:nvPr/>
          </p:nvGrpSpPr>
          <p:grpSpPr>
            <a:xfrm>
              <a:off x="5981744" y="2892142"/>
              <a:ext cx="635630" cy="576000"/>
              <a:chOff x="1659284" y="1019175"/>
              <a:chExt cx="404191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CF19FE4-DF0E-CA9C-9975-44C7E8AD85AF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0CDE666-D519-4B5A-6C20-9349E8B1F1E6}"/>
                  </a:ext>
                </a:extLst>
              </p:cNvPr>
              <p:cNvSpPr txBox="1"/>
              <p:nvPr/>
            </p:nvSpPr>
            <p:spPr>
              <a:xfrm>
                <a:off x="1681340" y="1149172"/>
                <a:ext cx="38213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treat</a:t>
                </a:r>
                <a:endParaRPr lang="en-US" sz="1600" baseline="-25000" dirty="0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F43629E-58F0-973A-E389-902BAC29C2DC}"/>
                </a:ext>
              </a:extLst>
            </p:cNvPr>
            <p:cNvSpPr txBox="1"/>
            <p:nvPr/>
          </p:nvSpPr>
          <p:spPr>
            <a:xfrm>
              <a:off x="5478946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θ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C80A1F0-5AA7-C0FA-57FD-709AF7B3CD34}"/>
                </a:ext>
              </a:extLst>
            </p:cNvPr>
            <p:cNvCxnSpPr>
              <a:cxnSpLocks/>
              <a:stCxn id="15" idx="7"/>
              <a:endCxn id="13" idx="1"/>
            </p:cNvCxnSpPr>
            <p:nvPr/>
          </p:nvCxnSpPr>
          <p:spPr>
            <a:xfrm flipV="1">
              <a:off x="5401789" y="2976495"/>
              <a:ext cx="664308" cy="6534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C51BD76-22C4-1A16-3103-CBE3181065BD}"/>
                </a:ext>
              </a:extLst>
            </p:cNvPr>
            <p:cNvCxnSpPr>
              <a:cxnSpLocks/>
              <a:stCxn id="13" idx="0"/>
              <a:endCxn id="124" idx="7"/>
            </p:cNvCxnSpPr>
            <p:nvPr/>
          </p:nvCxnSpPr>
          <p:spPr>
            <a:xfrm flipH="1" flipV="1">
              <a:off x="3886431" y="1491937"/>
              <a:ext cx="2383313" cy="140020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44EBF51-E724-0C03-AE5D-2A3C0BCF8C8E}"/>
                </a:ext>
              </a:extLst>
            </p:cNvPr>
            <p:cNvSpPr txBox="1"/>
            <p:nvPr/>
          </p:nvSpPr>
          <p:spPr>
            <a:xfrm>
              <a:off x="5217262" y="2009134"/>
              <a:ext cx="7763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2D9FECC-7EFF-29FE-3294-C4EDF7B3411D}"/>
                </a:ext>
              </a:extLst>
            </p:cNvPr>
            <p:cNvGrpSpPr/>
            <p:nvPr/>
          </p:nvGrpSpPr>
          <p:grpSpPr>
            <a:xfrm>
              <a:off x="3838542" y="3664463"/>
              <a:ext cx="580963" cy="576000"/>
              <a:chOff x="1659284" y="1019175"/>
              <a:chExt cx="369430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A4FD13F-DDF7-F4F0-1F58-488DA7741EDF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9561E5A-6738-D556-A555-90D3E025EF80}"/>
                  </a:ext>
                </a:extLst>
              </p:cNvPr>
              <p:cNvSpPr txBox="1"/>
              <p:nvPr/>
            </p:nvSpPr>
            <p:spPr>
              <a:xfrm>
                <a:off x="1676525" y="1161355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FN</a:t>
                </a:r>
                <a:endParaRPr lang="en-US" sz="1600" dirty="0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C42F45C-0447-2DE7-B2AA-18A374A033EA}"/>
                </a:ext>
              </a:extLst>
            </p:cNvPr>
            <p:cNvCxnSpPr>
              <a:cxnSpLocks/>
              <a:stCxn id="15" idx="3"/>
              <a:endCxn id="48" idx="3"/>
            </p:cNvCxnSpPr>
            <p:nvPr/>
          </p:nvCxnSpPr>
          <p:spPr>
            <a:xfrm flipH="1">
              <a:off x="4419505" y="3390323"/>
              <a:ext cx="574992" cy="585597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F3E9165-8B5A-55E8-994E-7EF28614C913}"/>
                </a:ext>
              </a:extLst>
            </p:cNvPr>
            <p:cNvSpPr txBox="1"/>
            <p:nvPr/>
          </p:nvSpPr>
          <p:spPr>
            <a:xfrm>
              <a:off x="4627722" y="3550914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E1F42566-8578-A59D-7F5F-892527D9D2A9}"/>
                </a:ext>
              </a:extLst>
            </p:cNvPr>
            <p:cNvCxnSpPr>
              <a:cxnSpLocks/>
              <a:stCxn id="47" idx="4"/>
              <a:endCxn id="65" idx="7"/>
            </p:cNvCxnSpPr>
            <p:nvPr/>
          </p:nvCxnSpPr>
          <p:spPr>
            <a:xfrm flipH="1">
              <a:off x="3286785" y="4240463"/>
              <a:ext cx="839756" cy="147634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1CA65EE6-AFCA-C809-C706-D8D576D24E65}"/>
                </a:ext>
              </a:extLst>
            </p:cNvPr>
            <p:cNvCxnSpPr>
              <a:cxnSpLocks/>
              <a:stCxn id="47" idx="0"/>
              <a:endCxn id="124" idx="5"/>
            </p:cNvCxnSpPr>
            <p:nvPr/>
          </p:nvCxnSpPr>
          <p:spPr>
            <a:xfrm flipH="1" flipV="1">
              <a:off x="3886431" y="1899231"/>
              <a:ext cx="240110" cy="176523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DCFC1EC-8114-1518-6E7F-B353974FF8B4}"/>
                </a:ext>
              </a:extLst>
            </p:cNvPr>
            <p:cNvSpPr txBox="1"/>
            <p:nvPr/>
          </p:nvSpPr>
          <p:spPr>
            <a:xfrm>
              <a:off x="3899255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F9CCA25-2922-13DE-3E84-25F2F33A4259}"/>
                </a:ext>
              </a:extLst>
            </p:cNvPr>
            <p:cNvSpPr txBox="1"/>
            <p:nvPr/>
          </p:nvSpPr>
          <p:spPr>
            <a:xfrm>
              <a:off x="3658337" y="4875622"/>
              <a:ext cx="589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DE5CB711-0783-280F-19A2-2A2AEF1AF4D9}"/>
              </a:ext>
            </a:extLst>
          </p:cNvPr>
          <p:cNvCxnSpPr>
            <a:cxnSpLocks/>
          </p:cNvCxnSpPr>
          <p:nvPr/>
        </p:nvCxnSpPr>
        <p:spPr>
          <a:xfrm rot="5400000">
            <a:off x="2264227" y="232772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060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FD0F1-45C0-5E3B-BBAB-7E76D786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8CCFFAC-D91D-18B2-67A0-77FDC1A8B945}"/>
              </a:ext>
            </a:extLst>
          </p:cNvPr>
          <p:cNvSpPr txBox="1"/>
          <p:nvPr/>
        </p:nvSpPr>
        <p:spPr>
          <a:xfrm>
            <a:off x="0" y="156870"/>
            <a:ext cx="6919083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2: Isolate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treat</a:t>
            </a:r>
            <a:r>
              <a:rPr lang="en-GB" sz="1400" dirty="0"/>
              <a:t> patients are in a side room or IPC cohort (isolated)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other patients are on a general ward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7075613-DB53-34BA-44FC-AF0FE3438C39}"/>
              </a:ext>
            </a:extLst>
          </p:cNvPr>
          <p:cNvGraphicFramePr>
            <a:graphicFrameLocks noGrp="1"/>
          </p:cNvGraphicFramePr>
          <p:nvPr/>
        </p:nvGraphicFramePr>
        <p:xfrm>
          <a:off x="7075061" y="229320"/>
          <a:ext cx="4838350" cy="63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dirty="0">
                          <a:solidFill>
                            <a:schemeClr val="tx1"/>
                          </a:solidFill>
                          <a:latin typeface="+mn-lt"/>
                        </a:rPr>
                        <a:t>C. difficile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Suspected cases identification rate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Discharge rates (no discharges from </a:t>
                      </a:r>
                      <a:r>
                        <a:rPr lang="en-GB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Xtest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0E47C422-666C-5263-796C-809E52C272F1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C58A7A1-7732-EA9A-CC1B-C5400B939838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C40B90-CD6A-D76A-5852-71D5FA86A3B1}"/>
              </a:ext>
            </a:extLst>
          </p:cNvPr>
          <p:cNvCxnSpPr>
            <a:cxnSpLocks/>
          </p:cNvCxnSpPr>
          <p:nvPr/>
        </p:nvCxnSpPr>
        <p:spPr>
          <a:xfrm>
            <a:off x="7126491" y="961851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AD4953C-D146-BF4C-8892-27F447C3A751}"/>
              </a:ext>
            </a:extLst>
          </p:cNvPr>
          <p:cNvCxnSpPr>
            <a:cxnSpLocks/>
          </p:cNvCxnSpPr>
          <p:nvPr/>
        </p:nvCxnSpPr>
        <p:spPr>
          <a:xfrm>
            <a:off x="7136675" y="1252595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2CCD07A-8E98-14EA-6C14-BFDF3B7D753F}"/>
              </a:ext>
            </a:extLst>
          </p:cNvPr>
          <p:cNvSpPr txBox="1"/>
          <p:nvPr/>
        </p:nvSpPr>
        <p:spPr>
          <a:xfrm>
            <a:off x="4994497" y="6047936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68F2D3E-DC61-7BFB-0445-12FF4A58B532}"/>
              </a:ext>
            </a:extLst>
          </p:cNvPr>
          <p:cNvSpPr txBox="1"/>
          <p:nvPr/>
        </p:nvSpPr>
        <p:spPr>
          <a:xfrm>
            <a:off x="461828" y="4992523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0D71D85-F9DA-F407-1175-35D047F01A06}"/>
              </a:ext>
            </a:extLst>
          </p:cNvPr>
          <p:cNvGrpSpPr/>
          <p:nvPr/>
        </p:nvGrpSpPr>
        <p:grpSpPr>
          <a:xfrm>
            <a:off x="546115" y="1246863"/>
            <a:ext cx="6156529" cy="5370850"/>
            <a:chOff x="546115" y="1119378"/>
            <a:chExt cx="6156529" cy="5370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549A17A-A72F-DA40-4371-7F86297280E1}"/>
                </a:ext>
              </a:extLst>
            </p:cNvPr>
            <p:cNvSpPr/>
            <p:nvPr/>
          </p:nvSpPr>
          <p:spPr>
            <a:xfrm>
              <a:off x="546115" y="1119378"/>
              <a:ext cx="6156529" cy="3484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076CA85-9168-CD29-4CBE-ADB0FE504DCD}"/>
                </a:ext>
              </a:extLst>
            </p:cNvPr>
            <p:cNvGrpSpPr/>
            <p:nvPr/>
          </p:nvGrpSpPr>
          <p:grpSpPr>
            <a:xfrm>
              <a:off x="708332" y="2892871"/>
              <a:ext cx="575999" cy="576000"/>
              <a:chOff x="2181846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31872E6-43AE-FEE7-E097-2CC68B8C10BA}"/>
                  </a:ext>
                </a:extLst>
              </p:cNvPr>
              <p:cNvSpPr/>
              <p:nvPr/>
            </p:nvSpPr>
            <p:spPr>
              <a:xfrm>
                <a:off x="2181846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875029-AE49-8CB3-37F2-B5F26651C0D2}"/>
                  </a:ext>
                </a:extLst>
              </p:cNvPr>
              <p:cNvSpPr txBox="1"/>
              <p:nvPr/>
            </p:nvSpPr>
            <p:spPr>
              <a:xfrm flipH="1">
                <a:off x="2273076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</a:t>
                </a:r>
                <a:endParaRPr lang="en-US" sz="1600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06E6264-2A6E-7A6D-6AB2-499B2FD2A311}"/>
                </a:ext>
              </a:extLst>
            </p:cNvPr>
            <p:cNvGrpSpPr/>
            <p:nvPr/>
          </p:nvGrpSpPr>
          <p:grpSpPr>
            <a:xfrm>
              <a:off x="1751735" y="2892869"/>
              <a:ext cx="575999" cy="576000"/>
              <a:chOff x="2370102" y="2176637"/>
              <a:chExt cx="575999" cy="5760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DB71C5-16C9-05AD-F682-545052113063}"/>
                  </a:ext>
                </a:extLst>
              </p:cNvPr>
              <p:cNvSpPr/>
              <p:nvPr/>
            </p:nvSpPr>
            <p:spPr>
              <a:xfrm>
                <a:off x="2370102" y="2176637"/>
                <a:ext cx="575999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06C442-33DA-987D-4A57-D2A8E4829FBA}"/>
                  </a:ext>
                </a:extLst>
              </p:cNvPr>
              <p:cNvSpPr txBox="1"/>
              <p:nvPr/>
            </p:nvSpPr>
            <p:spPr>
              <a:xfrm>
                <a:off x="2509777" y="2305908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C</a:t>
                </a:r>
                <a:endParaRPr lang="en-US" sz="16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F8AF716-E278-BF3E-3159-73174548DCE1}"/>
                </a:ext>
              </a:extLst>
            </p:cNvPr>
            <p:cNvGrpSpPr/>
            <p:nvPr/>
          </p:nvGrpSpPr>
          <p:grpSpPr>
            <a:xfrm>
              <a:off x="2795138" y="2892868"/>
              <a:ext cx="576000" cy="576000"/>
              <a:chOff x="5405530" y="2176637"/>
              <a:chExt cx="576000" cy="576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AD1F577-C46C-03F6-0B15-E664A10AE54B}"/>
                  </a:ext>
                </a:extLst>
              </p:cNvPr>
              <p:cNvSpPr/>
              <p:nvPr/>
            </p:nvSpPr>
            <p:spPr>
              <a:xfrm>
                <a:off x="5405530" y="2176637"/>
                <a:ext cx="576000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778872-3904-73CD-238B-732F3AC4DF56}"/>
                  </a:ext>
                </a:extLst>
              </p:cNvPr>
              <p:cNvSpPr txBox="1"/>
              <p:nvPr/>
            </p:nvSpPr>
            <p:spPr>
              <a:xfrm>
                <a:off x="5589884" y="2305908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</a:t>
                </a:r>
                <a:endParaRPr lang="en-US" sz="1600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80F0B13-4889-90EB-F54B-C22532EF15A3}"/>
                </a:ext>
              </a:extLst>
            </p:cNvPr>
            <p:cNvCxnSpPr>
              <a:cxnSpLocks/>
              <a:stCxn id="4" idx="7"/>
              <a:endCxn id="8" idx="1"/>
            </p:cNvCxnSpPr>
            <p:nvPr/>
          </p:nvCxnSpPr>
          <p:spPr>
            <a:xfrm flipV="1">
              <a:off x="1199978" y="2977222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260B426-3898-1A9D-E200-052000BE068C}"/>
                </a:ext>
              </a:extLst>
            </p:cNvPr>
            <p:cNvCxnSpPr>
              <a:cxnSpLocks/>
              <a:stCxn id="8" idx="7"/>
              <a:endCxn id="11" idx="1"/>
            </p:cNvCxnSpPr>
            <p:nvPr/>
          </p:nvCxnSpPr>
          <p:spPr>
            <a:xfrm flipV="1">
              <a:off x="2243381" y="2977221"/>
              <a:ext cx="636110" cy="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75737CD-3168-51CD-3D4C-D1E25CEF096C}"/>
                </a:ext>
              </a:extLst>
            </p:cNvPr>
            <p:cNvSpPr txBox="1"/>
            <p:nvPr/>
          </p:nvSpPr>
          <p:spPr>
            <a:xfrm>
              <a:off x="2381413" y="2881047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α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AB39CE-9BEC-3CA2-78E4-D7B6778DF34B}"/>
                </a:ext>
              </a:extLst>
            </p:cNvPr>
            <p:cNvSpPr txBox="1"/>
            <p:nvPr/>
          </p:nvSpPr>
          <p:spPr>
            <a:xfrm>
              <a:off x="1375024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λ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E862A5E-C63F-E9B9-AFEF-44DBFE3866E9}"/>
                </a:ext>
              </a:extLst>
            </p:cNvPr>
            <p:cNvCxnSpPr>
              <a:cxnSpLocks/>
              <a:stCxn id="4" idx="5"/>
              <a:endCxn id="8" idx="3"/>
            </p:cNvCxnSpPr>
            <p:nvPr/>
          </p:nvCxnSpPr>
          <p:spPr>
            <a:xfrm flipV="1">
              <a:off x="1199978" y="3384516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5A48CD-7072-9436-600D-67E1C69D64D1}"/>
                </a:ext>
              </a:extLst>
            </p:cNvPr>
            <p:cNvSpPr txBox="1"/>
            <p:nvPr/>
          </p:nvSpPr>
          <p:spPr>
            <a:xfrm>
              <a:off x="1365150" y="3290365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μ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1FEDA59-0236-C75C-3FBD-AE1B7175FBD5}"/>
                </a:ext>
              </a:extLst>
            </p:cNvPr>
            <p:cNvGrpSpPr/>
            <p:nvPr/>
          </p:nvGrpSpPr>
          <p:grpSpPr>
            <a:xfrm>
              <a:off x="4910144" y="2898676"/>
              <a:ext cx="604198" cy="576000"/>
              <a:chOff x="1659284" y="1019175"/>
              <a:chExt cx="384205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F5ADD6C-C2D0-4D31-EC65-F23B82D361EF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5152BE-C910-E80A-9469-A0076749E0A4}"/>
                  </a:ext>
                </a:extLst>
              </p:cNvPr>
              <p:cNvSpPr txBox="1"/>
              <p:nvPr/>
            </p:nvSpPr>
            <p:spPr>
              <a:xfrm>
                <a:off x="1691300" y="1148446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test</a:t>
                </a:r>
                <a:endParaRPr lang="en-US" sz="1600" baseline="-25000" dirty="0"/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76B68A5-BD8E-806B-05A6-8EFBD96DE655}"/>
                </a:ext>
              </a:extLst>
            </p:cNvPr>
            <p:cNvCxnSpPr>
              <a:cxnSpLocks/>
              <a:stCxn id="11" idx="7"/>
              <a:endCxn id="15" idx="1"/>
            </p:cNvCxnSpPr>
            <p:nvPr/>
          </p:nvCxnSpPr>
          <p:spPr>
            <a:xfrm>
              <a:off x="3286785" y="2977221"/>
              <a:ext cx="1707712" cy="5808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763840A-5E47-F61D-32A0-11E871192487}"/>
                </a:ext>
              </a:extLst>
            </p:cNvPr>
            <p:cNvSpPr txBox="1"/>
            <p:nvPr/>
          </p:nvSpPr>
          <p:spPr>
            <a:xfrm>
              <a:off x="4388578" y="2898631"/>
              <a:ext cx="2443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γ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B271A668-C0DD-0ED3-B8AF-1536BF35EDC3}"/>
                </a:ext>
              </a:extLst>
            </p:cNvPr>
            <p:cNvCxnSpPr>
              <a:cxnSpLocks/>
              <a:stCxn id="13" idx="0"/>
              <a:endCxn id="4" idx="0"/>
            </p:cNvCxnSpPr>
            <p:nvPr/>
          </p:nvCxnSpPr>
          <p:spPr>
            <a:xfrm rot="16200000" flipH="1" flipV="1">
              <a:off x="3632670" y="255797"/>
              <a:ext cx="729" cy="5273418"/>
            </a:xfrm>
            <a:prstGeom prst="bentConnector3">
              <a:avLst>
                <a:gd name="adj1" fmla="val -31358025"/>
              </a:avLst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3C6D581-D298-2389-8775-8622000EC723}"/>
                </a:ext>
              </a:extLst>
            </p:cNvPr>
            <p:cNvSpPr txBox="1"/>
            <p:nvPr/>
          </p:nvSpPr>
          <p:spPr>
            <a:xfrm>
              <a:off x="6016429" y="2356547"/>
              <a:ext cx="276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δ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60C7062-156F-EC2E-B575-78E0C15E3187}"/>
                </a:ext>
              </a:extLst>
            </p:cNvPr>
            <p:cNvSpPr txBox="1"/>
            <p:nvPr/>
          </p:nvSpPr>
          <p:spPr>
            <a:xfrm>
              <a:off x="642017" y="1189151"/>
              <a:ext cx="152265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Hospital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E130DE1-67B6-E39F-A6E3-5BF87F083AEF}"/>
                </a:ext>
              </a:extLst>
            </p:cNvPr>
            <p:cNvSpPr/>
            <p:nvPr/>
          </p:nvSpPr>
          <p:spPr>
            <a:xfrm>
              <a:off x="546115" y="5450416"/>
              <a:ext cx="6153573" cy="10398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1B95DFD-F8A5-CE52-3181-6E4DE5CC690A}"/>
                </a:ext>
              </a:extLst>
            </p:cNvPr>
            <p:cNvGrpSpPr/>
            <p:nvPr/>
          </p:nvGrpSpPr>
          <p:grpSpPr>
            <a:xfrm>
              <a:off x="708325" y="5637710"/>
              <a:ext cx="575999" cy="576000"/>
              <a:chOff x="896085" y="5062905"/>
              <a:chExt cx="575999" cy="5760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068F304-3FF4-26B6-C463-8B1DBBDC070C}"/>
                  </a:ext>
                </a:extLst>
              </p:cNvPr>
              <p:cNvSpPr/>
              <p:nvPr/>
            </p:nvSpPr>
            <p:spPr>
              <a:xfrm>
                <a:off x="896085" y="5062905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1C6B6E6-A808-8382-6AC5-D352CAC1CC89}"/>
                  </a:ext>
                </a:extLst>
              </p:cNvPr>
              <p:cNvSpPr txBox="1"/>
              <p:nvPr/>
            </p:nvSpPr>
            <p:spPr>
              <a:xfrm flipH="1">
                <a:off x="1051434" y="5176369"/>
                <a:ext cx="265206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S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A966409-382F-08D5-19A5-584D91AA0C71}"/>
                </a:ext>
              </a:extLst>
            </p:cNvPr>
            <p:cNvGrpSpPr/>
            <p:nvPr/>
          </p:nvGrpSpPr>
          <p:grpSpPr>
            <a:xfrm>
              <a:off x="1745690" y="5637710"/>
              <a:ext cx="575999" cy="576000"/>
              <a:chOff x="2310240" y="5062903"/>
              <a:chExt cx="575999" cy="576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D1439A3E-2251-3313-5A71-9B87F3CEA8B7}"/>
                  </a:ext>
                </a:extLst>
              </p:cNvPr>
              <p:cNvSpPr/>
              <p:nvPr/>
            </p:nvSpPr>
            <p:spPr>
              <a:xfrm>
                <a:off x="2310240" y="5062903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0707FD3-70DE-7A0B-88BA-C157050F5406}"/>
                  </a:ext>
                </a:extLst>
              </p:cNvPr>
              <p:cNvSpPr txBox="1"/>
              <p:nvPr/>
            </p:nvSpPr>
            <p:spPr>
              <a:xfrm>
                <a:off x="2449915" y="5192174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C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7D22A5A-8346-916A-12BE-7B141F3F8D55}"/>
                </a:ext>
              </a:extLst>
            </p:cNvPr>
            <p:cNvGrpSpPr/>
            <p:nvPr/>
          </p:nvGrpSpPr>
          <p:grpSpPr>
            <a:xfrm>
              <a:off x="2795138" y="5632451"/>
              <a:ext cx="576000" cy="576000"/>
              <a:chOff x="3859213" y="5062902"/>
              <a:chExt cx="576000" cy="5760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87F67BBF-E594-9CFF-51AA-918F5ED76CF3}"/>
                  </a:ext>
                </a:extLst>
              </p:cNvPr>
              <p:cNvSpPr/>
              <p:nvPr/>
            </p:nvSpPr>
            <p:spPr>
              <a:xfrm>
                <a:off x="3859213" y="5062902"/>
                <a:ext cx="576000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E4095A-A2E8-4DCD-81C4-4F53427580B0}"/>
                  </a:ext>
                </a:extLst>
              </p:cNvPr>
              <p:cNvSpPr txBox="1"/>
              <p:nvPr/>
            </p:nvSpPr>
            <p:spPr>
              <a:xfrm>
                <a:off x="4043567" y="5192173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E1A666C-DE01-1717-9943-9A7AE6A519B8}"/>
                </a:ext>
              </a:extLst>
            </p:cNvPr>
            <p:cNvSpPr txBox="1"/>
            <p:nvPr/>
          </p:nvSpPr>
          <p:spPr>
            <a:xfrm>
              <a:off x="970141" y="4875622"/>
              <a:ext cx="484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F6BE080-4E25-2F41-34D0-CA1A43E76440}"/>
                </a:ext>
              </a:extLst>
            </p:cNvPr>
            <p:cNvSpPr txBox="1"/>
            <p:nvPr/>
          </p:nvSpPr>
          <p:spPr>
            <a:xfrm>
              <a:off x="2012786" y="4871485"/>
              <a:ext cx="3953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24D08D8-9023-E7E9-E7FF-289AF38FD14E}"/>
                </a:ext>
              </a:extLst>
            </p:cNvPr>
            <p:cNvSpPr txBox="1"/>
            <p:nvPr/>
          </p:nvSpPr>
          <p:spPr>
            <a:xfrm>
              <a:off x="3055499" y="4875622"/>
              <a:ext cx="3614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9C6C0F9-11BA-956B-033D-1C4D8E0B3B48}"/>
                </a:ext>
              </a:extLst>
            </p:cNvPr>
            <p:cNvSpPr txBox="1"/>
            <p:nvPr/>
          </p:nvSpPr>
          <p:spPr>
            <a:xfrm>
              <a:off x="5650447" y="4866653"/>
              <a:ext cx="6894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2CE2903-59FD-C079-3FB1-5288DC24FF81}"/>
                </a:ext>
              </a:extLst>
            </p:cNvPr>
            <p:cNvCxnSpPr>
              <a:cxnSpLocks/>
              <a:stCxn id="56" idx="1"/>
              <a:endCxn id="4" idx="3"/>
            </p:cNvCxnSpPr>
            <p:nvPr/>
          </p:nvCxnSpPr>
          <p:spPr>
            <a:xfrm flipV="1">
              <a:off x="792678" y="3384518"/>
              <a:ext cx="7" cy="233754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17597F47-0CA0-97B1-E10A-9007983EC052}"/>
                </a:ext>
              </a:extLst>
            </p:cNvPr>
            <p:cNvCxnSpPr>
              <a:cxnSpLocks/>
              <a:stCxn id="61" idx="1"/>
              <a:endCxn id="8" idx="3"/>
            </p:cNvCxnSpPr>
            <p:nvPr/>
          </p:nvCxnSpPr>
          <p:spPr>
            <a:xfrm flipV="1">
              <a:off x="1830043" y="3384516"/>
              <a:ext cx="6045" cy="233754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D084C031-487E-C20F-B111-9946CC6A3307}"/>
                </a:ext>
              </a:extLst>
            </p:cNvPr>
            <p:cNvCxnSpPr>
              <a:cxnSpLocks/>
              <a:stCxn id="65" idx="1"/>
              <a:endCxn id="11" idx="3"/>
            </p:cNvCxnSpPr>
            <p:nvPr/>
          </p:nvCxnSpPr>
          <p:spPr>
            <a:xfrm flipV="1">
              <a:off x="2879491" y="3384515"/>
              <a:ext cx="0" cy="2332289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513FBD75-8824-FCE9-3637-C1DA7F3E9E17}"/>
                </a:ext>
              </a:extLst>
            </p:cNvPr>
            <p:cNvSpPr txBox="1"/>
            <p:nvPr/>
          </p:nvSpPr>
          <p:spPr>
            <a:xfrm>
              <a:off x="1449744" y="4849394"/>
              <a:ext cx="4464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28F5246-64B0-1845-E08C-95006199624E}"/>
                </a:ext>
              </a:extLst>
            </p:cNvPr>
            <p:cNvSpPr txBox="1"/>
            <p:nvPr/>
          </p:nvSpPr>
          <p:spPr>
            <a:xfrm>
              <a:off x="2549140" y="4875622"/>
              <a:ext cx="361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3B2CEF86-898A-8488-C5DD-6DFF2AEA25CA}"/>
                </a:ext>
              </a:extLst>
            </p:cNvPr>
            <p:cNvCxnSpPr>
              <a:cxnSpLocks/>
              <a:stCxn id="8" idx="4"/>
              <a:endCxn id="61" idx="0"/>
            </p:cNvCxnSpPr>
            <p:nvPr/>
          </p:nvCxnSpPr>
          <p:spPr>
            <a:xfrm flipH="1">
              <a:off x="2033690" y="3468869"/>
              <a:ext cx="6045" cy="2168841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0D7FF2AB-08C1-E415-6CA0-790DAF8BDAFC}"/>
                </a:ext>
              </a:extLst>
            </p:cNvPr>
            <p:cNvCxnSpPr>
              <a:cxnSpLocks/>
              <a:stCxn id="4" idx="4"/>
              <a:endCxn id="56" idx="0"/>
            </p:cNvCxnSpPr>
            <p:nvPr/>
          </p:nvCxnSpPr>
          <p:spPr>
            <a:xfrm flipH="1">
              <a:off x="996325" y="3468871"/>
              <a:ext cx="7" cy="2168839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174B30A-2095-3E57-6754-2740022406DB}"/>
                </a:ext>
              </a:extLst>
            </p:cNvPr>
            <p:cNvCxnSpPr>
              <a:cxnSpLocks/>
              <a:stCxn id="11" idx="4"/>
              <a:endCxn id="65" idx="0"/>
            </p:cNvCxnSpPr>
            <p:nvPr/>
          </p:nvCxnSpPr>
          <p:spPr>
            <a:xfrm>
              <a:off x="3083138" y="3468868"/>
              <a:ext cx="0" cy="2163583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999BBD82-39E2-5983-B843-A6F8F42172D4}"/>
                </a:ext>
              </a:extLst>
            </p:cNvPr>
            <p:cNvGrpSpPr/>
            <p:nvPr/>
          </p:nvGrpSpPr>
          <p:grpSpPr>
            <a:xfrm>
              <a:off x="3394785" y="1407584"/>
              <a:ext cx="575999" cy="576000"/>
              <a:chOff x="2292594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C4370484-79F3-F1DA-DD5B-9578C6C8C4A8}"/>
                  </a:ext>
                </a:extLst>
              </p:cNvPr>
              <p:cNvSpPr/>
              <p:nvPr/>
            </p:nvSpPr>
            <p:spPr>
              <a:xfrm>
                <a:off x="2292594" y="1019175"/>
                <a:ext cx="366273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921420C4-785B-38F4-7E14-DD42A9B27BB4}"/>
                  </a:ext>
                </a:extLst>
              </p:cNvPr>
              <p:cNvSpPr txBox="1"/>
              <p:nvPr/>
            </p:nvSpPr>
            <p:spPr>
              <a:xfrm flipH="1">
                <a:off x="2391379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D</a:t>
                </a:r>
              </a:p>
            </p:txBody>
          </p:sp>
        </p:grp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79A22D5D-B57B-41A5-1FE3-CBC3C4AFF30A}"/>
                </a:ext>
              </a:extLst>
            </p:cNvPr>
            <p:cNvCxnSpPr>
              <a:cxnSpLocks/>
              <a:stCxn id="11" idx="0"/>
              <a:endCxn id="124" idx="4"/>
            </p:cNvCxnSpPr>
            <p:nvPr/>
          </p:nvCxnSpPr>
          <p:spPr>
            <a:xfrm flipV="1">
              <a:off x="3083138" y="1983584"/>
              <a:ext cx="599647" cy="90928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F0CA56FB-0635-CE42-DD9C-C81933103D5D}"/>
                </a:ext>
              </a:extLst>
            </p:cNvPr>
            <p:cNvCxnSpPr>
              <a:cxnSpLocks/>
              <a:stCxn id="4" idx="0"/>
              <a:endCxn id="124" idx="2"/>
            </p:cNvCxnSpPr>
            <p:nvPr/>
          </p:nvCxnSpPr>
          <p:spPr>
            <a:xfrm flipV="1">
              <a:off x="996326" y="1695584"/>
              <a:ext cx="2398459" cy="119728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931E58E2-4443-A3C3-2F27-E73967F818AF}"/>
                </a:ext>
              </a:extLst>
            </p:cNvPr>
            <p:cNvCxnSpPr>
              <a:cxnSpLocks/>
              <a:stCxn id="8" idx="0"/>
              <a:endCxn id="124" idx="3"/>
            </p:cNvCxnSpPr>
            <p:nvPr/>
          </p:nvCxnSpPr>
          <p:spPr>
            <a:xfrm flipV="1">
              <a:off x="2039735" y="1899231"/>
              <a:ext cx="1439403" cy="99363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57CA6B68-7C6B-F772-4AE8-FD3A8090A7E4}"/>
                </a:ext>
              </a:extLst>
            </p:cNvPr>
            <p:cNvCxnSpPr>
              <a:cxnSpLocks/>
              <a:stCxn id="15" idx="0"/>
              <a:endCxn id="124" idx="6"/>
            </p:cNvCxnSpPr>
            <p:nvPr/>
          </p:nvCxnSpPr>
          <p:spPr>
            <a:xfrm flipH="1" flipV="1">
              <a:off x="3970784" y="1695584"/>
              <a:ext cx="1227359" cy="120309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B3EA2C71-73EC-C908-23B7-1109D7D24206}"/>
                </a:ext>
              </a:extLst>
            </p:cNvPr>
            <p:cNvSpPr txBox="1"/>
            <p:nvPr/>
          </p:nvSpPr>
          <p:spPr>
            <a:xfrm>
              <a:off x="1770842" y="2009134"/>
              <a:ext cx="5508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273C545-9A9C-C235-ED4B-82B606058D5D}"/>
                </a:ext>
              </a:extLst>
            </p:cNvPr>
            <p:cNvSpPr txBox="1"/>
            <p:nvPr/>
          </p:nvSpPr>
          <p:spPr>
            <a:xfrm>
              <a:off x="2485878" y="2009134"/>
              <a:ext cx="5023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2240326-A1D8-89A3-9330-30BBA4648400}"/>
                </a:ext>
              </a:extLst>
            </p:cNvPr>
            <p:cNvSpPr txBox="1"/>
            <p:nvPr/>
          </p:nvSpPr>
          <p:spPr>
            <a:xfrm>
              <a:off x="3094850" y="2009134"/>
              <a:ext cx="40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755928E-03E6-105B-C997-40C8486CED86}"/>
                </a:ext>
              </a:extLst>
            </p:cNvPr>
            <p:cNvSpPr txBox="1"/>
            <p:nvPr/>
          </p:nvSpPr>
          <p:spPr>
            <a:xfrm>
              <a:off x="4520273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Xtest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D89AAB2-DCB3-F455-14F6-FCB870B59986}"/>
                </a:ext>
              </a:extLst>
            </p:cNvPr>
            <p:cNvCxnSpPr>
              <a:cxnSpLocks/>
              <a:stCxn id="47" idx="7"/>
              <a:endCxn id="15" idx="2"/>
            </p:cNvCxnSpPr>
            <p:nvPr/>
          </p:nvCxnSpPr>
          <p:spPr>
            <a:xfrm flipV="1">
              <a:off x="4330187" y="3186676"/>
              <a:ext cx="579957" cy="56214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558D561-F49B-469D-4D90-B27209F30668}"/>
                </a:ext>
              </a:extLst>
            </p:cNvPr>
            <p:cNvSpPr txBox="1"/>
            <p:nvPr/>
          </p:nvSpPr>
          <p:spPr>
            <a:xfrm>
              <a:off x="4377125" y="3236576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π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5154646-2F21-CDF5-5D97-9031E722AC21}"/>
                </a:ext>
              </a:extLst>
            </p:cNvPr>
            <p:cNvGrpSpPr/>
            <p:nvPr/>
          </p:nvGrpSpPr>
          <p:grpSpPr>
            <a:xfrm>
              <a:off x="5981744" y="2892142"/>
              <a:ext cx="635630" cy="576000"/>
              <a:chOff x="1659284" y="1019175"/>
              <a:chExt cx="404191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C5B1404-A43E-4A68-074E-CF28F699B3FB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5FCBB1-3DDD-49F9-6BAC-4BD8B1DAE526}"/>
                  </a:ext>
                </a:extLst>
              </p:cNvPr>
              <p:cNvSpPr txBox="1"/>
              <p:nvPr/>
            </p:nvSpPr>
            <p:spPr>
              <a:xfrm>
                <a:off x="1681340" y="1149172"/>
                <a:ext cx="38213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treat</a:t>
                </a:r>
                <a:endParaRPr lang="en-US" sz="1600" baseline="-25000" dirty="0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3DF58ED-3058-AB81-80F8-3335C7A2B69F}"/>
                </a:ext>
              </a:extLst>
            </p:cNvPr>
            <p:cNvSpPr txBox="1"/>
            <p:nvPr/>
          </p:nvSpPr>
          <p:spPr>
            <a:xfrm>
              <a:off x="5478946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θ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AD5CEF0-8C0A-255D-9883-027F1F816502}"/>
                </a:ext>
              </a:extLst>
            </p:cNvPr>
            <p:cNvCxnSpPr>
              <a:cxnSpLocks/>
              <a:stCxn id="15" idx="7"/>
              <a:endCxn id="13" idx="1"/>
            </p:cNvCxnSpPr>
            <p:nvPr/>
          </p:nvCxnSpPr>
          <p:spPr>
            <a:xfrm flipV="1">
              <a:off x="5401789" y="2976495"/>
              <a:ext cx="664308" cy="6534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63723A0-A14B-E777-6894-47079DCEEA74}"/>
                </a:ext>
              </a:extLst>
            </p:cNvPr>
            <p:cNvCxnSpPr>
              <a:cxnSpLocks/>
              <a:stCxn id="13" idx="0"/>
              <a:endCxn id="124" idx="7"/>
            </p:cNvCxnSpPr>
            <p:nvPr/>
          </p:nvCxnSpPr>
          <p:spPr>
            <a:xfrm flipH="1" flipV="1">
              <a:off x="3886431" y="1491937"/>
              <a:ext cx="2383313" cy="140020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AE5D60D-AFA8-B6BD-9165-B37F37086E1A}"/>
                </a:ext>
              </a:extLst>
            </p:cNvPr>
            <p:cNvSpPr txBox="1"/>
            <p:nvPr/>
          </p:nvSpPr>
          <p:spPr>
            <a:xfrm>
              <a:off x="5217262" y="2009134"/>
              <a:ext cx="7763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C71E17D-E29A-5F6B-BB49-A7D5FFD238B9}"/>
                </a:ext>
              </a:extLst>
            </p:cNvPr>
            <p:cNvGrpSpPr/>
            <p:nvPr/>
          </p:nvGrpSpPr>
          <p:grpSpPr>
            <a:xfrm>
              <a:off x="3838542" y="3664463"/>
              <a:ext cx="580963" cy="576000"/>
              <a:chOff x="1659284" y="1019175"/>
              <a:chExt cx="369430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C3148B61-6612-04DF-E884-8E8F222430A1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F3FA20-717C-6E60-712A-36A5419A8E2D}"/>
                  </a:ext>
                </a:extLst>
              </p:cNvPr>
              <p:cNvSpPr txBox="1"/>
              <p:nvPr/>
            </p:nvSpPr>
            <p:spPr>
              <a:xfrm>
                <a:off x="1676525" y="1161355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FN</a:t>
                </a:r>
                <a:endParaRPr lang="en-US" sz="1600" dirty="0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8F4205D8-C9AB-4DF5-6CB5-7DF51BDC1177}"/>
                </a:ext>
              </a:extLst>
            </p:cNvPr>
            <p:cNvCxnSpPr>
              <a:cxnSpLocks/>
              <a:stCxn id="15" idx="3"/>
              <a:endCxn id="48" idx="3"/>
            </p:cNvCxnSpPr>
            <p:nvPr/>
          </p:nvCxnSpPr>
          <p:spPr>
            <a:xfrm flipH="1">
              <a:off x="4419505" y="3390323"/>
              <a:ext cx="574992" cy="585597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11BAAA0-2220-AF2A-B77A-3E06AF691F3F}"/>
                </a:ext>
              </a:extLst>
            </p:cNvPr>
            <p:cNvSpPr txBox="1"/>
            <p:nvPr/>
          </p:nvSpPr>
          <p:spPr>
            <a:xfrm>
              <a:off x="4627722" y="3550914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3C42C4BD-01D3-CAFC-6966-E0B1E33DB5A2}"/>
                </a:ext>
              </a:extLst>
            </p:cNvPr>
            <p:cNvCxnSpPr>
              <a:cxnSpLocks/>
              <a:stCxn id="47" idx="4"/>
              <a:endCxn id="65" idx="7"/>
            </p:cNvCxnSpPr>
            <p:nvPr/>
          </p:nvCxnSpPr>
          <p:spPr>
            <a:xfrm flipH="1">
              <a:off x="3286785" y="4240463"/>
              <a:ext cx="839756" cy="1476341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3E9A20AF-AA76-D722-29C7-5C33F2364808}"/>
                </a:ext>
              </a:extLst>
            </p:cNvPr>
            <p:cNvCxnSpPr>
              <a:cxnSpLocks/>
              <a:stCxn id="47" idx="0"/>
              <a:endCxn id="124" idx="5"/>
            </p:cNvCxnSpPr>
            <p:nvPr/>
          </p:nvCxnSpPr>
          <p:spPr>
            <a:xfrm flipH="1" flipV="1">
              <a:off x="3886431" y="1899231"/>
              <a:ext cx="240110" cy="176523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33B7EB3-A07E-C047-1DEB-F81E782011F4}"/>
                </a:ext>
              </a:extLst>
            </p:cNvPr>
            <p:cNvSpPr txBox="1"/>
            <p:nvPr/>
          </p:nvSpPr>
          <p:spPr>
            <a:xfrm>
              <a:off x="3899255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CAA2825-C051-D233-33AE-5B182643F603}"/>
                </a:ext>
              </a:extLst>
            </p:cNvPr>
            <p:cNvSpPr txBox="1"/>
            <p:nvPr/>
          </p:nvSpPr>
          <p:spPr>
            <a:xfrm>
              <a:off x="3692654" y="4866402"/>
              <a:ext cx="589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99C1E5C7-0244-E43F-DBE7-D1DB1F8F4667}"/>
              </a:ext>
            </a:extLst>
          </p:cNvPr>
          <p:cNvCxnSpPr>
            <a:cxnSpLocks/>
          </p:cNvCxnSpPr>
          <p:nvPr/>
        </p:nvCxnSpPr>
        <p:spPr>
          <a:xfrm rot="5400000">
            <a:off x="2264227" y="232772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282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90BCC340-DBDC-DAD6-FFDC-64CBAC6B29C0}"/>
              </a:ext>
            </a:extLst>
          </p:cNvPr>
          <p:cNvSpPr txBox="1"/>
          <p:nvPr/>
        </p:nvSpPr>
        <p:spPr>
          <a:xfrm>
            <a:off x="0" y="156870"/>
            <a:ext cx="6919083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3: Isolate suspected and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test</a:t>
            </a:r>
            <a:r>
              <a:rPr lang="en-GB" sz="1400" dirty="0"/>
              <a:t> and </a:t>
            </a:r>
            <a:r>
              <a:rPr lang="en-GB" sz="1400" dirty="0" err="1"/>
              <a:t>X</a:t>
            </a:r>
            <a:r>
              <a:rPr lang="en-GB" sz="1400" baseline="-25000" dirty="0" err="1"/>
              <a:t>treat</a:t>
            </a:r>
            <a:r>
              <a:rPr lang="en-GB" sz="1400" dirty="0"/>
              <a:t> patients are in a side room or IPC cohort (isolated)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other patients are on a general ward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5E86639-F80B-2604-5021-24122E2EC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488689"/>
              </p:ext>
            </p:extLst>
          </p:nvPr>
        </p:nvGraphicFramePr>
        <p:xfrm>
          <a:off x="7075061" y="229320"/>
          <a:ext cx="4838350" cy="63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dirty="0">
                          <a:solidFill>
                            <a:schemeClr val="tx1"/>
                          </a:solidFill>
                          <a:latin typeface="+mn-lt"/>
                        </a:rPr>
                        <a:t>C. difficile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Suspected cases identification rate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Discharge rates (no discharges from </a:t>
                      </a:r>
                      <a:r>
                        <a:rPr lang="en-GB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Xtest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D93AA799-DB74-9EB3-90DC-93A306283C8A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D195D5B-0E68-6367-5ADB-63EFB01301D8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B84588-9299-9D4C-AE2C-C11D5042A739}"/>
              </a:ext>
            </a:extLst>
          </p:cNvPr>
          <p:cNvCxnSpPr>
            <a:cxnSpLocks/>
          </p:cNvCxnSpPr>
          <p:nvPr/>
        </p:nvCxnSpPr>
        <p:spPr>
          <a:xfrm>
            <a:off x="7126491" y="961851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305FED-80AC-F205-0D3B-699A22A1BD9A}"/>
              </a:ext>
            </a:extLst>
          </p:cNvPr>
          <p:cNvCxnSpPr>
            <a:cxnSpLocks/>
          </p:cNvCxnSpPr>
          <p:nvPr/>
        </p:nvCxnSpPr>
        <p:spPr>
          <a:xfrm>
            <a:off x="7136675" y="1252595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E12BD97-ABB6-DB49-3CC6-7550AD239A20}"/>
              </a:ext>
            </a:extLst>
          </p:cNvPr>
          <p:cNvSpPr txBox="1"/>
          <p:nvPr/>
        </p:nvSpPr>
        <p:spPr>
          <a:xfrm>
            <a:off x="4993394" y="5959523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E82E24F-B82C-3C69-101C-1FC607A63135}"/>
              </a:ext>
            </a:extLst>
          </p:cNvPr>
          <p:cNvSpPr txBox="1"/>
          <p:nvPr/>
        </p:nvSpPr>
        <p:spPr>
          <a:xfrm>
            <a:off x="486118" y="5003107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CF21CD-26C9-8ED0-696C-AB2AECFB1570}"/>
              </a:ext>
            </a:extLst>
          </p:cNvPr>
          <p:cNvSpPr/>
          <p:nvPr/>
        </p:nvSpPr>
        <p:spPr>
          <a:xfrm>
            <a:off x="546115" y="1108699"/>
            <a:ext cx="6156529" cy="36230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82B086-539B-3562-AA38-280CD035DCC8}"/>
              </a:ext>
            </a:extLst>
          </p:cNvPr>
          <p:cNvGrpSpPr/>
          <p:nvPr/>
        </p:nvGrpSpPr>
        <p:grpSpPr>
          <a:xfrm>
            <a:off x="708332" y="3020356"/>
            <a:ext cx="575999" cy="576000"/>
            <a:chOff x="2181846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3654173-F512-3504-6E3D-C49E053DFEEC}"/>
                </a:ext>
              </a:extLst>
            </p:cNvPr>
            <p:cNvSpPr/>
            <p:nvPr/>
          </p:nvSpPr>
          <p:spPr>
            <a:xfrm>
              <a:off x="2181846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63B819-D15D-3F3B-8792-258939BA8754}"/>
                </a:ext>
              </a:extLst>
            </p:cNvPr>
            <p:cNvSpPr txBox="1"/>
            <p:nvPr/>
          </p:nvSpPr>
          <p:spPr>
            <a:xfrm flipH="1">
              <a:off x="2273076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S</a:t>
              </a:r>
              <a:endParaRPr lang="en-US" sz="16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CAB2224-A24D-03BE-5213-A286D91F7615}"/>
              </a:ext>
            </a:extLst>
          </p:cNvPr>
          <p:cNvGrpSpPr/>
          <p:nvPr/>
        </p:nvGrpSpPr>
        <p:grpSpPr>
          <a:xfrm>
            <a:off x="1751735" y="3020354"/>
            <a:ext cx="575999" cy="576000"/>
            <a:chOff x="2370102" y="2176637"/>
            <a:chExt cx="575999" cy="576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A1AAD0B-2938-294C-AF1B-FB74BDBFB225}"/>
                </a:ext>
              </a:extLst>
            </p:cNvPr>
            <p:cNvSpPr/>
            <p:nvPr/>
          </p:nvSpPr>
          <p:spPr>
            <a:xfrm>
              <a:off x="2370102" y="2176637"/>
              <a:ext cx="575999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89F36C-5F10-CCDF-6B54-35272765A68B}"/>
                </a:ext>
              </a:extLst>
            </p:cNvPr>
            <p:cNvSpPr txBox="1"/>
            <p:nvPr/>
          </p:nvSpPr>
          <p:spPr>
            <a:xfrm>
              <a:off x="2509777" y="2305908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C</a:t>
              </a:r>
              <a:endParaRPr lang="en-US" sz="16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C142DA5-CBCD-6891-8054-12F64E782D5E}"/>
              </a:ext>
            </a:extLst>
          </p:cNvPr>
          <p:cNvGrpSpPr/>
          <p:nvPr/>
        </p:nvGrpSpPr>
        <p:grpSpPr>
          <a:xfrm>
            <a:off x="2795138" y="3020353"/>
            <a:ext cx="576000" cy="576000"/>
            <a:chOff x="5405530" y="2176637"/>
            <a:chExt cx="576000" cy="576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393C4ED-83E5-0D93-D3CE-4F9DD407E288}"/>
                </a:ext>
              </a:extLst>
            </p:cNvPr>
            <p:cNvSpPr/>
            <p:nvPr/>
          </p:nvSpPr>
          <p:spPr>
            <a:xfrm>
              <a:off x="5405530" y="2176637"/>
              <a:ext cx="576000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D9338F-873C-97B0-0CAD-14FE30BFCA63}"/>
                </a:ext>
              </a:extLst>
            </p:cNvPr>
            <p:cNvSpPr txBox="1"/>
            <p:nvPr/>
          </p:nvSpPr>
          <p:spPr>
            <a:xfrm>
              <a:off x="5589884" y="2305908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I</a:t>
              </a:r>
              <a:endParaRPr lang="en-US" sz="1600" dirty="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64AC01-B5BD-3489-C8C4-184C11E9023F}"/>
              </a:ext>
            </a:extLst>
          </p:cNvPr>
          <p:cNvCxnSpPr>
            <a:cxnSpLocks/>
            <a:stCxn id="4" idx="7"/>
            <a:endCxn id="8" idx="1"/>
          </p:cNvCxnSpPr>
          <p:nvPr/>
        </p:nvCxnSpPr>
        <p:spPr>
          <a:xfrm flipV="1">
            <a:off x="1199978" y="3104707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ABD806D-5C8D-7B0B-D63A-61EE1A2BD697}"/>
              </a:ext>
            </a:extLst>
          </p:cNvPr>
          <p:cNvCxnSpPr>
            <a:cxnSpLocks/>
            <a:stCxn id="8" idx="7"/>
            <a:endCxn id="11" idx="1"/>
          </p:cNvCxnSpPr>
          <p:nvPr/>
        </p:nvCxnSpPr>
        <p:spPr>
          <a:xfrm flipV="1">
            <a:off x="2243381" y="3104706"/>
            <a:ext cx="636110" cy="1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DE472A8-F837-6BD7-119A-38B27226943B}"/>
              </a:ext>
            </a:extLst>
          </p:cNvPr>
          <p:cNvSpPr txBox="1"/>
          <p:nvPr/>
        </p:nvSpPr>
        <p:spPr>
          <a:xfrm>
            <a:off x="2381413" y="3008532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E02144-E36C-851E-60AC-12E3D5D002BE}"/>
              </a:ext>
            </a:extLst>
          </p:cNvPr>
          <p:cNvSpPr txBox="1"/>
          <p:nvPr/>
        </p:nvSpPr>
        <p:spPr>
          <a:xfrm>
            <a:off x="1375024" y="3043700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λ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1410BC6-7F4D-7D4B-6EB2-3D4AE91001A3}"/>
              </a:ext>
            </a:extLst>
          </p:cNvPr>
          <p:cNvCxnSpPr>
            <a:cxnSpLocks/>
            <a:stCxn id="4" idx="5"/>
            <a:endCxn id="8" idx="3"/>
          </p:cNvCxnSpPr>
          <p:nvPr/>
        </p:nvCxnSpPr>
        <p:spPr>
          <a:xfrm flipV="1">
            <a:off x="1199978" y="3512001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E43C3C3-58C8-BB93-5493-F976F7511301}"/>
              </a:ext>
            </a:extLst>
          </p:cNvPr>
          <p:cNvSpPr txBox="1"/>
          <p:nvPr/>
        </p:nvSpPr>
        <p:spPr>
          <a:xfrm>
            <a:off x="1365150" y="3417850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μ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D4803C-1588-C973-A708-D8EFC35F7F46}"/>
              </a:ext>
            </a:extLst>
          </p:cNvPr>
          <p:cNvGrpSpPr/>
          <p:nvPr/>
        </p:nvGrpSpPr>
        <p:grpSpPr>
          <a:xfrm>
            <a:off x="4910144" y="3026161"/>
            <a:ext cx="604198" cy="576000"/>
            <a:chOff x="1659284" y="1019175"/>
            <a:chExt cx="384205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77EE4EB-0E76-8F64-EA25-4182B2E7CCB8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FDE969E-A011-F782-9B47-9126EE3FF347}"/>
                </a:ext>
              </a:extLst>
            </p:cNvPr>
            <p:cNvSpPr txBox="1"/>
            <p:nvPr/>
          </p:nvSpPr>
          <p:spPr>
            <a:xfrm>
              <a:off x="1691300" y="1148446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test</a:t>
              </a:r>
              <a:endParaRPr lang="en-US" sz="1600" baseline="-25000" dirty="0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08D859-D768-4AE7-FD75-09132645783C}"/>
              </a:ext>
            </a:extLst>
          </p:cNvPr>
          <p:cNvCxnSpPr>
            <a:cxnSpLocks/>
            <a:stCxn id="11" idx="7"/>
            <a:endCxn id="15" idx="1"/>
          </p:cNvCxnSpPr>
          <p:nvPr/>
        </p:nvCxnSpPr>
        <p:spPr>
          <a:xfrm>
            <a:off x="3286785" y="3104706"/>
            <a:ext cx="1707712" cy="5808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B477E30-C72D-F74F-865E-7EEA55527BBD}"/>
              </a:ext>
            </a:extLst>
          </p:cNvPr>
          <p:cNvSpPr txBox="1"/>
          <p:nvPr/>
        </p:nvSpPr>
        <p:spPr>
          <a:xfrm>
            <a:off x="4388578" y="3026116"/>
            <a:ext cx="24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γ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395A7676-0149-33A1-A207-F0899F44C816}"/>
              </a:ext>
            </a:extLst>
          </p:cNvPr>
          <p:cNvCxnSpPr>
            <a:cxnSpLocks/>
            <a:stCxn id="13" idx="0"/>
            <a:endCxn id="4" idx="0"/>
          </p:cNvCxnSpPr>
          <p:nvPr/>
        </p:nvCxnSpPr>
        <p:spPr>
          <a:xfrm rot="16200000" flipH="1" flipV="1">
            <a:off x="3632670" y="383282"/>
            <a:ext cx="729" cy="5273418"/>
          </a:xfrm>
          <a:prstGeom prst="bentConnector3">
            <a:avLst>
              <a:gd name="adj1" fmla="val -31358025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1D0707D-2DED-8DC8-1E5D-8CF09446A880}"/>
              </a:ext>
            </a:extLst>
          </p:cNvPr>
          <p:cNvSpPr txBox="1"/>
          <p:nvPr/>
        </p:nvSpPr>
        <p:spPr>
          <a:xfrm>
            <a:off x="6016429" y="2484032"/>
            <a:ext cx="276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BAFA840-BED8-A897-8C14-A09585E6976E}"/>
              </a:ext>
            </a:extLst>
          </p:cNvPr>
          <p:cNvSpPr txBox="1"/>
          <p:nvPr/>
        </p:nvSpPr>
        <p:spPr>
          <a:xfrm>
            <a:off x="662925" y="1222047"/>
            <a:ext cx="152265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Hospital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BFD2C9-F0FC-A918-E76F-ED2A7F0B5352}"/>
              </a:ext>
            </a:extLst>
          </p:cNvPr>
          <p:cNvSpPr/>
          <p:nvPr/>
        </p:nvSpPr>
        <p:spPr>
          <a:xfrm>
            <a:off x="546115" y="5577901"/>
            <a:ext cx="6153573" cy="10398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770EB9D-E337-38D7-3DB7-D21AB5C87AA5}"/>
              </a:ext>
            </a:extLst>
          </p:cNvPr>
          <p:cNvGrpSpPr/>
          <p:nvPr/>
        </p:nvGrpSpPr>
        <p:grpSpPr>
          <a:xfrm>
            <a:off x="708325" y="5749300"/>
            <a:ext cx="575999" cy="576000"/>
            <a:chOff x="896085" y="5162305"/>
            <a:chExt cx="575999" cy="576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D790574-F05E-80E1-4026-B6C361C47BFA}"/>
                </a:ext>
              </a:extLst>
            </p:cNvPr>
            <p:cNvSpPr/>
            <p:nvPr/>
          </p:nvSpPr>
          <p:spPr>
            <a:xfrm>
              <a:off x="896085" y="5162305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D6D6103-F589-7AEE-7FDE-444F8F7CDF1B}"/>
                </a:ext>
              </a:extLst>
            </p:cNvPr>
            <p:cNvSpPr txBox="1"/>
            <p:nvPr/>
          </p:nvSpPr>
          <p:spPr>
            <a:xfrm flipH="1">
              <a:off x="1051434" y="5275769"/>
              <a:ext cx="265206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E4966D4-04EC-C4CA-3847-CAAB00B335B9}"/>
              </a:ext>
            </a:extLst>
          </p:cNvPr>
          <p:cNvGrpSpPr/>
          <p:nvPr/>
        </p:nvGrpSpPr>
        <p:grpSpPr>
          <a:xfrm>
            <a:off x="1745690" y="5749300"/>
            <a:ext cx="575999" cy="576000"/>
            <a:chOff x="2310240" y="5162303"/>
            <a:chExt cx="575999" cy="576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D3621B7-7BFD-70FE-EBF9-F1B87C42141E}"/>
                </a:ext>
              </a:extLst>
            </p:cNvPr>
            <p:cNvSpPr/>
            <p:nvPr/>
          </p:nvSpPr>
          <p:spPr>
            <a:xfrm>
              <a:off x="2310240" y="5162303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486FE5E-EC21-1223-FFD3-43B97BE0E28A}"/>
                </a:ext>
              </a:extLst>
            </p:cNvPr>
            <p:cNvSpPr txBox="1"/>
            <p:nvPr/>
          </p:nvSpPr>
          <p:spPr>
            <a:xfrm>
              <a:off x="2449915" y="5291574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A203AAA-8A7B-44E3-FF75-98A7DECF24DD}"/>
              </a:ext>
            </a:extLst>
          </p:cNvPr>
          <p:cNvGrpSpPr/>
          <p:nvPr/>
        </p:nvGrpSpPr>
        <p:grpSpPr>
          <a:xfrm>
            <a:off x="2795138" y="5744041"/>
            <a:ext cx="576000" cy="576000"/>
            <a:chOff x="3859213" y="5162302"/>
            <a:chExt cx="576000" cy="576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5EC8F08-8EB8-3154-C00B-E353C47980A3}"/>
                </a:ext>
              </a:extLst>
            </p:cNvPr>
            <p:cNvSpPr/>
            <p:nvPr/>
          </p:nvSpPr>
          <p:spPr>
            <a:xfrm>
              <a:off x="3859213" y="5162302"/>
              <a:ext cx="576000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B41FBB7-3C08-4698-4FCB-4F9ED179ED85}"/>
                </a:ext>
              </a:extLst>
            </p:cNvPr>
            <p:cNvSpPr txBox="1"/>
            <p:nvPr/>
          </p:nvSpPr>
          <p:spPr>
            <a:xfrm>
              <a:off x="4043567" y="5291573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1BF7C3BA-B4AB-B027-1DC1-962084E0622B}"/>
              </a:ext>
            </a:extLst>
          </p:cNvPr>
          <p:cNvSpPr txBox="1"/>
          <p:nvPr/>
        </p:nvSpPr>
        <p:spPr>
          <a:xfrm>
            <a:off x="970141" y="5003107"/>
            <a:ext cx="484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99DCDB3-DC20-C844-89A7-E128AE031A33}"/>
              </a:ext>
            </a:extLst>
          </p:cNvPr>
          <p:cNvSpPr txBox="1"/>
          <p:nvPr/>
        </p:nvSpPr>
        <p:spPr>
          <a:xfrm>
            <a:off x="2012786" y="4998970"/>
            <a:ext cx="395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06116A-7350-D7AE-F2C6-15E45BBDDC0E}"/>
              </a:ext>
            </a:extLst>
          </p:cNvPr>
          <p:cNvSpPr txBox="1"/>
          <p:nvPr/>
        </p:nvSpPr>
        <p:spPr>
          <a:xfrm>
            <a:off x="3055499" y="5003107"/>
            <a:ext cx="361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478C0F9-2EC3-E5E8-F38C-151DB57A620B}"/>
              </a:ext>
            </a:extLst>
          </p:cNvPr>
          <p:cNvSpPr txBox="1"/>
          <p:nvPr/>
        </p:nvSpPr>
        <p:spPr>
          <a:xfrm>
            <a:off x="5650447" y="4994138"/>
            <a:ext cx="689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59579F1-9C48-593C-22B1-72C69D546255}"/>
              </a:ext>
            </a:extLst>
          </p:cNvPr>
          <p:cNvCxnSpPr>
            <a:cxnSpLocks/>
            <a:stCxn id="56" idx="1"/>
            <a:endCxn id="4" idx="3"/>
          </p:cNvCxnSpPr>
          <p:nvPr/>
        </p:nvCxnSpPr>
        <p:spPr>
          <a:xfrm flipV="1">
            <a:off x="792678" y="3512003"/>
            <a:ext cx="7" cy="232165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84A6406E-674F-3892-8DD5-DFECE22BB045}"/>
              </a:ext>
            </a:extLst>
          </p:cNvPr>
          <p:cNvCxnSpPr>
            <a:cxnSpLocks/>
            <a:stCxn id="61" idx="1"/>
            <a:endCxn id="8" idx="3"/>
          </p:cNvCxnSpPr>
          <p:nvPr/>
        </p:nvCxnSpPr>
        <p:spPr>
          <a:xfrm flipV="1">
            <a:off x="1830043" y="3512001"/>
            <a:ext cx="6045" cy="232165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905B988-5A5B-6A60-B551-D6C55CF403CF}"/>
              </a:ext>
            </a:extLst>
          </p:cNvPr>
          <p:cNvCxnSpPr>
            <a:cxnSpLocks/>
            <a:stCxn id="65" idx="1"/>
            <a:endCxn id="11" idx="3"/>
          </p:cNvCxnSpPr>
          <p:nvPr/>
        </p:nvCxnSpPr>
        <p:spPr>
          <a:xfrm flipV="1">
            <a:off x="2879491" y="3512000"/>
            <a:ext cx="0" cy="2316394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EE0121F9-2481-74B4-0A0C-72A316FC0FBB}"/>
              </a:ext>
            </a:extLst>
          </p:cNvPr>
          <p:cNvSpPr txBox="1"/>
          <p:nvPr/>
        </p:nvSpPr>
        <p:spPr>
          <a:xfrm>
            <a:off x="1449744" y="4976879"/>
            <a:ext cx="446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C837349-7D3F-7F8F-859E-0F4FBE55AC0C}"/>
              </a:ext>
            </a:extLst>
          </p:cNvPr>
          <p:cNvSpPr txBox="1"/>
          <p:nvPr/>
        </p:nvSpPr>
        <p:spPr>
          <a:xfrm>
            <a:off x="2549140" y="5003107"/>
            <a:ext cx="3616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34ABAF7-1D1E-2287-9E9A-D2DEFD431FCE}"/>
              </a:ext>
            </a:extLst>
          </p:cNvPr>
          <p:cNvCxnSpPr>
            <a:cxnSpLocks/>
            <a:stCxn id="8" idx="4"/>
            <a:endCxn id="61" idx="0"/>
          </p:cNvCxnSpPr>
          <p:nvPr/>
        </p:nvCxnSpPr>
        <p:spPr>
          <a:xfrm flipH="1">
            <a:off x="2033690" y="3596354"/>
            <a:ext cx="6045" cy="2152946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6327EF3-D361-4652-A8D2-8D22C68793DD}"/>
              </a:ext>
            </a:extLst>
          </p:cNvPr>
          <p:cNvCxnSpPr>
            <a:cxnSpLocks/>
            <a:stCxn id="4" idx="4"/>
            <a:endCxn id="56" idx="0"/>
          </p:cNvCxnSpPr>
          <p:nvPr/>
        </p:nvCxnSpPr>
        <p:spPr>
          <a:xfrm flipH="1">
            <a:off x="996325" y="3596356"/>
            <a:ext cx="7" cy="2152944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22C3E38-73DC-A85C-1ED6-3F2704B2E98D}"/>
              </a:ext>
            </a:extLst>
          </p:cNvPr>
          <p:cNvCxnSpPr>
            <a:cxnSpLocks/>
            <a:stCxn id="11" idx="4"/>
            <a:endCxn id="65" idx="0"/>
          </p:cNvCxnSpPr>
          <p:nvPr/>
        </p:nvCxnSpPr>
        <p:spPr>
          <a:xfrm>
            <a:off x="3083138" y="3596353"/>
            <a:ext cx="0" cy="2147688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F91E8B1-1DCE-946D-A064-E93C1142782F}"/>
              </a:ext>
            </a:extLst>
          </p:cNvPr>
          <p:cNvGrpSpPr/>
          <p:nvPr/>
        </p:nvGrpSpPr>
        <p:grpSpPr>
          <a:xfrm>
            <a:off x="3394785" y="1535069"/>
            <a:ext cx="575999" cy="576000"/>
            <a:chOff x="2292594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64C1CD4C-0271-1AA8-7363-ABD39D4775DB}"/>
                </a:ext>
              </a:extLst>
            </p:cNvPr>
            <p:cNvSpPr/>
            <p:nvPr/>
          </p:nvSpPr>
          <p:spPr>
            <a:xfrm>
              <a:off x="2292594" y="1019175"/>
              <a:ext cx="366273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C44DD38-88B9-794E-6084-4DF848671AD9}"/>
                </a:ext>
              </a:extLst>
            </p:cNvPr>
            <p:cNvSpPr txBox="1"/>
            <p:nvPr/>
          </p:nvSpPr>
          <p:spPr>
            <a:xfrm flipH="1">
              <a:off x="2391379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</a:t>
              </a:r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DF6B182-0964-E8BA-6BC1-A46269BC94EE}"/>
              </a:ext>
            </a:extLst>
          </p:cNvPr>
          <p:cNvCxnSpPr>
            <a:cxnSpLocks/>
            <a:stCxn id="11" idx="0"/>
            <a:endCxn id="124" idx="4"/>
          </p:cNvCxnSpPr>
          <p:nvPr/>
        </p:nvCxnSpPr>
        <p:spPr>
          <a:xfrm flipV="1">
            <a:off x="3083138" y="2111069"/>
            <a:ext cx="599647" cy="909284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1112B00-61EF-670B-F383-0A92F2BC48D3}"/>
              </a:ext>
            </a:extLst>
          </p:cNvPr>
          <p:cNvCxnSpPr>
            <a:cxnSpLocks/>
            <a:stCxn id="4" idx="0"/>
            <a:endCxn id="124" idx="2"/>
          </p:cNvCxnSpPr>
          <p:nvPr/>
        </p:nvCxnSpPr>
        <p:spPr>
          <a:xfrm flipV="1">
            <a:off x="996326" y="1823069"/>
            <a:ext cx="2398459" cy="119728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178E8028-963E-6906-D9CC-9CDD431C2484}"/>
              </a:ext>
            </a:extLst>
          </p:cNvPr>
          <p:cNvCxnSpPr>
            <a:cxnSpLocks/>
            <a:stCxn id="8" idx="0"/>
            <a:endCxn id="124" idx="3"/>
          </p:cNvCxnSpPr>
          <p:nvPr/>
        </p:nvCxnSpPr>
        <p:spPr>
          <a:xfrm flipV="1">
            <a:off x="2039735" y="2026716"/>
            <a:ext cx="1439403" cy="993638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58A95A11-5486-A47B-823C-541E0B8E5806}"/>
              </a:ext>
            </a:extLst>
          </p:cNvPr>
          <p:cNvCxnSpPr>
            <a:cxnSpLocks/>
            <a:stCxn id="15" idx="0"/>
            <a:endCxn id="124" idx="6"/>
          </p:cNvCxnSpPr>
          <p:nvPr/>
        </p:nvCxnSpPr>
        <p:spPr>
          <a:xfrm flipH="1" flipV="1">
            <a:off x="3970784" y="1823069"/>
            <a:ext cx="1227359" cy="120309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3A6EEBCC-06AB-6A38-FC12-127E32213517}"/>
              </a:ext>
            </a:extLst>
          </p:cNvPr>
          <p:cNvSpPr txBox="1"/>
          <p:nvPr/>
        </p:nvSpPr>
        <p:spPr>
          <a:xfrm>
            <a:off x="1770842" y="2136619"/>
            <a:ext cx="550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ECC8946-AB56-9B85-35FB-0700336BBFF8}"/>
              </a:ext>
            </a:extLst>
          </p:cNvPr>
          <p:cNvSpPr txBox="1"/>
          <p:nvPr/>
        </p:nvSpPr>
        <p:spPr>
          <a:xfrm>
            <a:off x="2485878" y="2136619"/>
            <a:ext cx="502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704984C-1DE4-2D0A-BC28-6C0B9F543998}"/>
              </a:ext>
            </a:extLst>
          </p:cNvPr>
          <p:cNvSpPr txBox="1"/>
          <p:nvPr/>
        </p:nvSpPr>
        <p:spPr>
          <a:xfrm>
            <a:off x="3094850" y="2136619"/>
            <a:ext cx="403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6C1F798-1D22-005E-8252-E8EF7717A5E1}"/>
              </a:ext>
            </a:extLst>
          </p:cNvPr>
          <p:cNvSpPr txBox="1"/>
          <p:nvPr/>
        </p:nvSpPr>
        <p:spPr>
          <a:xfrm>
            <a:off x="4520273" y="2136619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Xtest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92F4E7A-07CE-0C7F-D7ED-135E3C56DE06}"/>
              </a:ext>
            </a:extLst>
          </p:cNvPr>
          <p:cNvCxnSpPr>
            <a:cxnSpLocks/>
            <a:stCxn id="47" idx="7"/>
            <a:endCxn id="15" idx="2"/>
          </p:cNvCxnSpPr>
          <p:nvPr/>
        </p:nvCxnSpPr>
        <p:spPr>
          <a:xfrm flipV="1">
            <a:off x="4330187" y="3314161"/>
            <a:ext cx="579957" cy="56214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1EEE931-5D03-A1D8-E915-9DB56F6ACF00}"/>
              </a:ext>
            </a:extLst>
          </p:cNvPr>
          <p:cNvSpPr txBox="1"/>
          <p:nvPr/>
        </p:nvSpPr>
        <p:spPr>
          <a:xfrm>
            <a:off x="4377125" y="3364061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π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EBD473-62E0-7197-CB40-615BA52733B9}"/>
              </a:ext>
            </a:extLst>
          </p:cNvPr>
          <p:cNvGrpSpPr/>
          <p:nvPr/>
        </p:nvGrpSpPr>
        <p:grpSpPr>
          <a:xfrm>
            <a:off x="5981744" y="3019627"/>
            <a:ext cx="635630" cy="576000"/>
            <a:chOff x="1659284" y="1019175"/>
            <a:chExt cx="404191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4AF7F21-FF55-32D0-BAA7-89F8E26C5B95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FBCD7D-DF7A-79C7-CE5A-7FE2643BCF24}"/>
                </a:ext>
              </a:extLst>
            </p:cNvPr>
            <p:cNvSpPr txBox="1"/>
            <p:nvPr/>
          </p:nvSpPr>
          <p:spPr>
            <a:xfrm>
              <a:off x="1681340" y="1149172"/>
              <a:ext cx="38213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treat</a:t>
              </a:r>
              <a:endParaRPr lang="en-US" sz="1600" baseline="-250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46B26B3-F893-3263-0CC4-11ACCD41360F}"/>
              </a:ext>
            </a:extLst>
          </p:cNvPr>
          <p:cNvSpPr txBox="1"/>
          <p:nvPr/>
        </p:nvSpPr>
        <p:spPr>
          <a:xfrm>
            <a:off x="5478946" y="3043700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θ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2F76E94-3404-CB7B-5622-1D89AE4C5FE0}"/>
              </a:ext>
            </a:extLst>
          </p:cNvPr>
          <p:cNvCxnSpPr>
            <a:cxnSpLocks/>
            <a:stCxn id="15" idx="7"/>
            <a:endCxn id="13" idx="1"/>
          </p:cNvCxnSpPr>
          <p:nvPr/>
        </p:nvCxnSpPr>
        <p:spPr>
          <a:xfrm flipV="1">
            <a:off x="5401789" y="3103980"/>
            <a:ext cx="664308" cy="6534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13DF291-54CB-6217-C271-C49EA5A6ACA3}"/>
              </a:ext>
            </a:extLst>
          </p:cNvPr>
          <p:cNvCxnSpPr>
            <a:cxnSpLocks/>
            <a:stCxn id="13" idx="0"/>
            <a:endCxn id="124" idx="7"/>
          </p:cNvCxnSpPr>
          <p:nvPr/>
        </p:nvCxnSpPr>
        <p:spPr>
          <a:xfrm flipH="1" flipV="1">
            <a:off x="3886431" y="1619422"/>
            <a:ext cx="2383313" cy="140020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254FE5E6-8E3D-3614-5761-0F2B59AF02C2}"/>
              </a:ext>
            </a:extLst>
          </p:cNvPr>
          <p:cNvSpPr txBox="1"/>
          <p:nvPr/>
        </p:nvSpPr>
        <p:spPr>
          <a:xfrm>
            <a:off x="5217262" y="2136619"/>
            <a:ext cx="776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D36EED7-A90C-D2E6-ADBF-04E2171838B2}"/>
              </a:ext>
            </a:extLst>
          </p:cNvPr>
          <p:cNvGrpSpPr/>
          <p:nvPr/>
        </p:nvGrpSpPr>
        <p:grpSpPr>
          <a:xfrm>
            <a:off x="3838542" y="3791948"/>
            <a:ext cx="580963" cy="576000"/>
            <a:chOff x="1659284" y="1019175"/>
            <a:chExt cx="369430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4D26408-D0DA-E5E6-6213-F47CEFEFE906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CAB4D8A-67A4-0B63-8461-FC4257C5F0E9}"/>
                </a:ext>
              </a:extLst>
            </p:cNvPr>
            <p:cNvSpPr txBox="1"/>
            <p:nvPr/>
          </p:nvSpPr>
          <p:spPr>
            <a:xfrm>
              <a:off x="1676525" y="1161355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FN</a:t>
              </a:r>
              <a:endParaRPr lang="en-US" sz="1600" dirty="0"/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AC709B7-ED71-AB3F-805F-4FBEF4245BA1}"/>
              </a:ext>
            </a:extLst>
          </p:cNvPr>
          <p:cNvCxnSpPr>
            <a:cxnSpLocks/>
            <a:stCxn id="15" idx="3"/>
            <a:endCxn id="48" idx="3"/>
          </p:cNvCxnSpPr>
          <p:nvPr/>
        </p:nvCxnSpPr>
        <p:spPr>
          <a:xfrm flipH="1">
            <a:off x="4419505" y="3517808"/>
            <a:ext cx="574992" cy="585597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20C6D6F-C212-6ACB-0DF5-BBE62A9E3268}"/>
              </a:ext>
            </a:extLst>
          </p:cNvPr>
          <p:cNvSpPr txBox="1"/>
          <p:nvPr/>
        </p:nvSpPr>
        <p:spPr>
          <a:xfrm>
            <a:off x="4627722" y="3678399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06FBCC2-C6E5-458E-2B81-E5774FFA00DA}"/>
              </a:ext>
            </a:extLst>
          </p:cNvPr>
          <p:cNvCxnSpPr>
            <a:cxnSpLocks/>
            <a:stCxn id="47" idx="4"/>
            <a:endCxn id="65" idx="7"/>
          </p:cNvCxnSpPr>
          <p:nvPr/>
        </p:nvCxnSpPr>
        <p:spPr>
          <a:xfrm flipH="1">
            <a:off x="3286785" y="4367948"/>
            <a:ext cx="839756" cy="1460446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2110298-3A5C-60DF-1432-D0B27B3D567E}"/>
              </a:ext>
            </a:extLst>
          </p:cNvPr>
          <p:cNvCxnSpPr>
            <a:cxnSpLocks/>
            <a:stCxn id="47" idx="0"/>
            <a:endCxn id="124" idx="5"/>
          </p:cNvCxnSpPr>
          <p:nvPr/>
        </p:nvCxnSpPr>
        <p:spPr>
          <a:xfrm flipH="1" flipV="1">
            <a:off x="3886431" y="2026716"/>
            <a:ext cx="240110" cy="176523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BC890A97-E5F2-705F-737D-D29248178CA1}"/>
              </a:ext>
            </a:extLst>
          </p:cNvPr>
          <p:cNvSpPr txBox="1"/>
          <p:nvPr/>
        </p:nvSpPr>
        <p:spPr>
          <a:xfrm>
            <a:off x="3899255" y="2136619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6400C8C-B0BD-1F12-4E56-61F3938B9C73}"/>
              </a:ext>
            </a:extLst>
          </p:cNvPr>
          <p:cNvSpPr txBox="1"/>
          <p:nvPr/>
        </p:nvSpPr>
        <p:spPr>
          <a:xfrm>
            <a:off x="3659829" y="4995098"/>
            <a:ext cx="589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6F50C9D-321F-984C-19B6-E1133C70D962}"/>
              </a:ext>
            </a:extLst>
          </p:cNvPr>
          <p:cNvCxnSpPr>
            <a:cxnSpLocks/>
          </p:cNvCxnSpPr>
          <p:nvPr/>
        </p:nvCxnSpPr>
        <p:spPr>
          <a:xfrm rot="5400000">
            <a:off x="2264227" y="232772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391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008A80-618D-03C9-F4E2-CFED5BEB3A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4244217"/>
              </p:ext>
            </p:extLst>
          </p:nvPr>
        </p:nvGraphicFramePr>
        <p:xfrm>
          <a:off x="528916" y="393100"/>
          <a:ext cx="11134166" cy="6007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801">
                  <a:extLst>
                    <a:ext uri="{9D8B030D-6E8A-4147-A177-3AD203B41FA5}">
                      <a16:colId xmlns:a16="http://schemas.microsoft.com/office/drawing/2014/main" val="2991786072"/>
                    </a:ext>
                  </a:extLst>
                </a:gridCol>
                <a:gridCol w="1284801">
                  <a:extLst>
                    <a:ext uri="{9D8B030D-6E8A-4147-A177-3AD203B41FA5}">
                      <a16:colId xmlns:a16="http://schemas.microsoft.com/office/drawing/2014/main" val="4132158294"/>
                    </a:ext>
                  </a:extLst>
                </a:gridCol>
                <a:gridCol w="1583210">
                  <a:extLst>
                    <a:ext uri="{9D8B030D-6E8A-4147-A177-3AD203B41FA5}">
                      <a16:colId xmlns:a16="http://schemas.microsoft.com/office/drawing/2014/main" val="1975822679"/>
                    </a:ext>
                  </a:extLst>
                </a:gridCol>
                <a:gridCol w="2327118">
                  <a:extLst>
                    <a:ext uri="{9D8B030D-6E8A-4147-A177-3AD203B41FA5}">
                      <a16:colId xmlns:a16="http://schemas.microsoft.com/office/drawing/2014/main" val="693983631"/>
                    </a:ext>
                  </a:extLst>
                </a:gridCol>
                <a:gridCol w="2327118">
                  <a:extLst>
                    <a:ext uri="{9D8B030D-6E8A-4147-A177-3AD203B41FA5}">
                      <a16:colId xmlns:a16="http://schemas.microsoft.com/office/drawing/2014/main" val="2828118069"/>
                    </a:ext>
                  </a:extLst>
                </a:gridCol>
                <a:gridCol w="2327118">
                  <a:extLst>
                    <a:ext uri="{9D8B030D-6E8A-4147-A177-3AD203B41FA5}">
                      <a16:colId xmlns:a16="http://schemas.microsoft.com/office/drawing/2014/main" val="4357850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endParaRPr lang="en-GB" sz="1000"/>
                    </a:p>
                    <a:p>
                      <a:r>
                        <a:rPr lang="en-GB" sz="1000"/>
                        <a:t>Isolate</a:t>
                      </a:r>
                      <a:endParaRPr lang="en-GB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Model 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dirty="0"/>
                        <a:t>Neither suspected nor confirmed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Model 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dirty="0"/>
                        <a:t>Confirmed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Model 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dirty="0"/>
                        <a:t>Suspected and confirmed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632585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Patient states in isolation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None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 err="1"/>
                        <a:t>Xtreat</a:t>
                      </a:r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and </a:t>
                      </a:r>
                      <a:r>
                        <a:rPr lang="en-GB" sz="1000" dirty="0" err="1"/>
                        <a:t>Xtreat</a:t>
                      </a:r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41105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000" b="1" dirty="0"/>
                        <a:t>From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dirty="0"/>
                        <a:t>To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dirty="0"/>
                        <a:t>Parameter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dirty="0"/>
                        <a:t>Patient transfer required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dirty="0"/>
                        <a:t>Patient transfer required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dirty="0"/>
                        <a:t>Patient transfer required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710228"/>
                  </a:ext>
                </a:extLst>
              </a:tr>
              <a:tr h="331737">
                <a:tc>
                  <a:txBody>
                    <a:bodyPr/>
                    <a:lstStyle/>
                    <a:p>
                      <a:r>
                        <a:rPr lang="en-GB" sz="1000" dirty="0"/>
                        <a:t>I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 err="1"/>
                        <a:t>Xtest</a:t>
                      </a:r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gamma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44567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Xtest</a:t>
                      </a:r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FN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pi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70595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000" dirty="0"/>
                        <a:t>FN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 err="1"/>
                        <a:t>Xtest</a:t>
                      </a:r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sigma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4093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Xtest</a:t>
                      </a:r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 err="1"/>
                        <a:t>Xtreat</a:t>
                      </a:r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theta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48305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Rate of arrivals to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from I (I* gamma) relative to Model 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Slower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834791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Rate of exports from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to </a:t>
                      </a:r>
                      <a:r>
                        <a:rPr lang="en-GB" sz="1000" dirty="0" err="1"/>
                        <a:t>Xtreat</a:t>
                      </a:r>
                      <a:r>
                        <a:rPr lang="en-GB" sz="1000" dirty="0"/>
                        <a:t> (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* theta) relative to Model 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Slower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381065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Rate of exports from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to FN (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* pi) relative to Model 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Slower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45117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Rate of arrivals to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from FN (FN * sigma)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Slower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991669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Values of theta and pi at 50% sensitivity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theta = pi</a:t>
                      </a:r>
                    </a:p>
                    <a:p>
                      <a:pPr algn="ctr"/>
                      <a:endParaRPr lang="en-GB" sz="1000" dirty="0"/>
                    </a:p>
                    <a:p>
                      <a:pPr algn="ctr"/>
                      <a:r>
                        <a:rPr lang="en-GB" sz="1000" dirty="0"/>
                        <a:t>Patients with a positive test result spend the same time in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as patients with a negative test result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theta &lt; pi</a:t>
                      </a:r>
                    </a:p>
                    <a:p>
                      <a:pPr algn="ctr"/>
                      <a:endParaRPr lang="en-GB" sz="1000" dirty="0"/>
                    </a:p>
                    <a:p>
                      <a:pPr algn="ctr"/>
                      <a:r>
                        <a:rPr lang="en-GB" sz="1000" dirty="0"/>
                        <a:t>Patients with a positive test result spend a longer time in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than patients with a negative test result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theta &gt; pi</a:t>
                      </a:r>
                    </a:p>
                    <a:p>
                      <a:pPr algn="ctr"/>
                      <a:endParaRPr lang="en-GB" sz="1000" dirty="0"/>
                    </a:p>
                    <a:p>
                      <a:pPr algn="ctr"/>
                      <a:r>
                        <a:rPr lang="en-GB" sz="1000" dirty="0"/>
                        <a:t>Patients with a negative test result spend a longer time in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than patients with a positive test result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483232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Expected effect on the number of secondary cases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Model 1 &gt; Model 2 &gt; Model 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223644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Expected effect on the number of missed cases relative to Model 1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GB" sz="1000" dirty="0"/>
                        <a:t>Deaths in </a:t>
                      </a:r>
                      <a:r>
                        <a:rPr lang="en-GB" sz="1000" dirty="0" err="1"/>
                        <a:t>Xtest</a:t>
                      </a:r>
                      <a:endParaRPr lang="en-GB" sz="100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GB" sz="1000" dirty="0"/>
                        <a:t>Deaths and discharges from FN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GB" sz="1000" dirty="0"/>
                        <a:t>Higher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GB" sz="1000" dirty="0"/>
                        <a:t>Higher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  <a:p>
                      <a:pPr marL="171450" lvl="0" indent="-171450">
                        <a:buFontTx/>
                        <a:buChar char="-"/>
                      </a:pPr>
                      <a:r>
                        <a:rPr lang="en-GB" sz="1000" dirty="0"/>
                        <a:t>Unsure as expect a lower rate of arrivals from I, but patients with a negative test result spend longer in </a:t>
                      </a:r>
                      <a:r>
                        <a:rPr lang="en-GB" sz="1000" dirty="0" err="1"/>
                        <a:t>Xtest</a:t>
                      </a:r>
                      <a:endParaRPr lang="en-GB" sz="1000" dirty="0"/>
                    </a:p>
                    <a:p>
                      <a:pPr marL="171450" lvl="0" indent="-171450">
                        <a:buFontTx/>
                        <a:buChar char="-"/>
                      </a:pPr>
                      <a:r>
                        <a:rPr lang="en-GB" sz="1000" dirty="0"/>
                        <a:t>Unsure as expect a lower rate of arrivals from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, but patients spend longer in FN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070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081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8DB75-F0AF-D32C-9CFD-53DC92941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7E1492-717B-CBC1-BCDC-1850B73DF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8600" y="797152"/>
            <a:ext cx="9144000" cy="1655762"/>
          </a:xfrm>
        </p:spPr>
        <p:txBody>
          <a:bodyPr>
            <a:normAutofit/>
          </a:bodyPr>
          <a:lstStyle/>
          <a:p>
            <a:r>
              <a:rPr lang="en-GB" sz="4800" dirty="0"/>
              <a:t>Patient transfer time separated out from main flow rates</a:t>
            </a:r>
          </a:p>
        </p:txBody>
      </p:sp>
    </p:spTree>
    <p:extLst>
      <p:ext uri="{BB962C8B-B14F-4D97-AF65-F5344CB8AC3E}">
        <p14:creationId xmlns:p14="http://schemas.microsoft.com/office/powerpoint/2010/main" val="2469223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2A5F8-9B12-EAE8-E153-41ACD021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A70532-6BCB-CEC8-82F9-9A5B158FE383}"/>
              </a:ext>
            </a:extLst>
          </p:cNvPr>
          <p:cNvSpPr txBox="1"/>
          <p:nvPr/>
        </p:nvSpPr>
        <p:spPr>
          <a:xfrm>
            <a:off x="915" y="234035"/>
            <a:ext cx="691908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1: No isolation of suspected or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patients are on a general ward, no isolation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EE4921-6F20-D6C0-CE94-3F1C17F128FD}"/>
              </a:ext>
            </a:extLst>
          </p:cNvPr>
          <p:cNvSpPr txBox="1"/>
          <p:nvPr/>
        </p:nvSpPr>
        <p:spPr>
          <a:xfrm>
            <a:off x="4960492" y="6054513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0AB052D-A855-9F3E-FB8E-C86818253B31}"/>
              </a:ext>
            </a:extLst>
          </p:cNvPr>
          <p:cNvSpPr txBox="1"/>
          <p:nvPr/>
        </p:nvSpPr>
        <p:spPr>
          <a:xfrm>
            <a:off x="402191" y="4849394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CC3C2EE-71C4-7AF5-AA72-7A0DE1072839}"/>
              </a:ext>
            </a:extLst>
          </p:cNvPr>
          <p:cNvGrpSpPr/>
          <p:nvPr/>
        </p:nvGrpSpPr>
        <p:grpSpPr>
          <a:xfrm>
            <a:off x="546115" y="1246863"/>
            <a:ext cx="6156529" cy="5370850"/>
            <a:chOff x="546115" y="1119378"/>
            <a:chExt cx="6156529" cy="5370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0D27065-725A-F12F-1561-C7955578AE69}"/>
                </a:ext>
              </a:extLst>
            </p:cNvPr>
            <p:cNvSpPr/>
            <p:nvPr/>
          </p:nvSpPr>
          <p:spPr>
            <a:xfrm>
              <a:off x="546115" y="1119378"/>
              <a:ext cx="6156529" cy="3484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320C88B-3F79-087C-0327-ECB0E2A67F48}"/>
                </a:ext>
              </a:extLst>
            </p:cNvPr>
            <p:cNvGrpSpPr/>
            <p:nvPr/>
          </p:nvGrpSpPr>
          <p:grpSpPr>
            <a:xfrm>
              <a:off x="708332" y="2892871"/>
              <a:ext cx="575999" cy="576000"/>
              <a:chOff x="2181846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A0CA333-645F-49DD-60DC-989BD920B253}"/>
                  </a:ext>
                </a:extLst>
              </p:cNvPr>
              <p:cNvSpPr/>
              <p:nvPr/>
            </p:nvSpPr>
            <p:spPr>
              <a:xfrm>
                <a:off x="2181846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A44DC1-16C7-0012-4997-64F29CB47023}"/>
                  </a:ext>
                </a:extLst>
              </p:cNvPr>
              <p:cNvSpPr txBox="1"/>
              <p:nvPr/>
            </p:nvSpPr>
            <p:spPr>
              <a:xfrm flipH="1">
                <a:off x="2273076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</a:t>
                </a:r>
                <a:endParaRPr lang="en-US" sz="1600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8DC3B6C-6461-13E9-B630-9552CE2D6FC7}"/>
                </a:ext>
              </a:extLst>
            </p:cNvPr>
            <p:cNvGrpSpPr/>
            <p:nvPr/>
          </p:nvGrpSpPr>
          <p:grpSpPr>
            <a:xfrm>
              <a:off x="1751735" y="2892869"/>
              <a:ext cx="575999" cy="576000"/>
              <a:chOff x="2370102" y="2176637"/>
              <a:chExt cx="575999" cy="5760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43178D3-5213-5194-C3BB-03467592E8CE}"/>
                  </a:ext>
                </a:extLst>
              </p:cNvPr>
              <p:cNvSpPr/>
              <p:nvPr/>
            </p:nvSpPr>
            <p:spPr>
              <a:xfrm>
                <a:off x="2370102" y="2176637"/>
                <a:ext cx="575999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17D64C-6511-6E2D-3577-2B37BACB24F8}"/>
                  </a:ext>
                </a:extLst>
              </p:cNvPr>
              <p:cNvSpPr txBox="1"/>
              <p:nvPr/>
            </p:nvSpPr>
            <p:spPr>
              <a:xfrm>
                <a:off x="2509777" y="2305908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C</a:t>
                </a:r>
                <a:endParaRPr lang="en-US" sz="16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15876AA-050E-8062-A01F-4B08854CF580}"/>
                </a:ext>
              </a:extLst>
            </p:cNvPr>
            <p:cNvGrpSpPr/>
            <p:nvPr/>
          </p:nvGrpSpPr>
          <p:grpSpPr>
            <a:xfrm>
              <a:off x="2795138" y="2892868"/>
              <a:ext cx="576000" cy="576000"/>
              <a:chOff x="5405530" y="2176637"/>
              <a:chExt cx="576000" cy="576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82929A8-D803-B478-4FDF-CC185C0E0009}"/>
                  </a:ext>
                </a:extLst>
              </p:cNvPr>
              <p:cNvSpPr/>
              <p:nvPr/>
            </p:nvSpPr>
            <p:spPr>
              <a:xfrm>
                <a:off x="5405530" y="2176637"/>
                <a:ext cx="576000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171D0A-F452-8E1F-AA47-B0E374489370}"/>
                  </a:ext>
                </a:extLst>
              </p:cNvPr>
              <p:cNvSpPr txBox="1"/>
              <p:nvPr/>
            </p:nvSpPr>
            <p:spPr>
              <a:xfrm>
                <a:off x="5589884" y="2305908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</a:t>
                </a:r>
                <a:endParaRPr lang="en-US" sz="1600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3138C3D-6981-722C-968E-E117838DDF13}"/>
                </a:ext>
              </a:extLst>
            </p:cNvPr>
            <p:cNvCxnSpPr>
              <a:cxnSpLocks/>
              <a:stCxn id="4" idx="7"/>
              <a:endCxn id="8" idx="1"/>
            </p:cNvCxnSpPr>
            <p:nvPr/>
          </p:nvCxnSpPr>
          <p:spPr>
            <a:xfrm flipV="1">
              <a:off x="1199978" y="2977222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6337BFF-0694-D9AF-A580-B2E67AE66BF6}"/>
                </a:ext>
              </a:extLst>
            </p:cNvPr>
            <p:cNvCxnSpPr>
              <a:cxnSpLocks/>
              <a:stCxn id="8" idx="7"/>
              <a:endCxn id="11" idx="1"/>
            </p:cNvCxnSpPr>
            <p:nvPr/>
          </p:nvCxnSpPr>
          <p:spPr>
            <a:xfrm flipV="1">
              <a:off x="2243381" y="2977221"/>
              <a:ext cx="636110" cy="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14F7605-0D0A-8BEB-D112-5CABC7BF5322}"/>
                </a:ext>
              </a:extLst>
            </p:cNvPr>
            <p:cNvSpPr txBox="1"/>
            <p:nvPr/>
          </p:nvSpPr>
          <p:spPr>
            <a:xfrm>
              <a:off x="2381413" y="2881047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α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6E26F6B-BC8F-DC45-36A0-84A6D1CF4313}"/>
                </a:ext>
              </a:extLst>
            </p:cNvPr>
            <p:cNvSpPr txBox="1"/>
            <p:nvPr/>
          </p:nvSpPr>
          <p:spPr>
            <a:xfrm>
              <a:off x="1375024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λ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56965A0-6E34-299B-AF20-1E503B0D0536}"/>
                </a:ext>
              </a:extLst>
            </p:cNvPr>
            <p:cNvCxnSpPr>
              <a:cxnSpLocks/>
              <a:stCxn id="4" idx="5"/>
              <a:endCxn id="8" idx="3"/>
            </p:cNvCxnSpPr>
            <p:nvPr/>
          </p:nvCxnSpPr>
          <p:spPr>
            <a:xfrm flipV="1">
              <a:off x="1199978" y="3384516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4E1682B-C86B-E423-C59A-6C2559DD5674}"/>
                </a:ext>
              </a:extLst>
            </p:cNvPr>
            <p:cNvSpPr txBox="1"/>
            <p:nvPr/>
          </p:nvSpPr>
          <p:spPr>
            <a:xfrm>
              <a:off x="1365150" y="3290365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μ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EB37746-3769-AD07-D96A-0159AB0063A9}"/>
                </a:ext>
              </a:extLst>
            </p:cNvPr>
            <p:cNvGrpSpPr/>
            <p:nvPr/>
          </p:nvGrpSpPr>
          <p:grpSpPr>
            <a:xfrm>
              <a:off x="4910144" y="2898676"/>
              <a:ext cx="604198" cy="576000"/>
              <a:chOff x="1659284" y="1019175"/>
              <a:chExt cx="384205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A12EC5C-36F9-24A4-1876-8FCB4D06DCEA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E61943-332E-51CC-42D0-32538F8DFD4F}"/>
                  </a:ext>
                </a:extLst>
              </p:cNvPr>
              <p:cNvSpPr txBox="1"/>
              <p:nvPr/>
            </p:nvSpPr>
            <p:spPr>
              <a:xfrm>
                <a:off x="1691300" y="1148446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test</a:t>
                </a:r>
                <a:endParaRPr lang="en-US" sz="1600" baseline="-25000" dirty="0"/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558CDF1-A1C0-632A-FCB7-9C9488B4FC49}"/>
                </a:ext>
              </a:extLst>
            </p:cNvPr>
            <p:cNvCxnSpPr>
              <a:cxnSpLocks/>
              <a:stCxn id="11" idx="7"/>
              <a:endCxn id="15" idx="1"/>
            </p:cNvCxnSpPr>
            <p:nvPr/>
          </p:nvCxnSpPr>
          <p:spPr>
            <a:xfrm>
              <a:off x="3286785" y="2977221"/>
              <a:ext cx="1707712" cy="5808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638710-D0C6-EAAC-4BD4-50EDDEC21D7A}"/>
                </a:ext>
              </a:extLst>
            </p:cNvPr>
            <p:cNvSpPr txBox="1"/>
            <p:nvPr/>
          </p:nvSpPr>
          <p:spPr>
            <a:xfrm>
              <a:off x="4388578" y="2898631"/>
              <a:ext cx="2443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γ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A99FAD8E-8A63-6A82-DF67-FD55937AB734}"/>
                </a:ext>
              </a:extLst>
            </p:cNvPr>
            <p:cNvCxnSpPr>
              <a:cxnSpLocks/>
              <a:stCxn id="13" idx="0"/>
              <a:endCxn id="4" idx="0"/>
            </p:cNvCxnSpPr>
            <p:nvPr/>
          </p:nvCxnSpPr>
          <p:spPr>
            <a:xfrm rot="16200000" flipH="1" flipV="1">
              <a:off x="3632670" y="255797"/>
              <a:ext cx="729" cy="5273418"/>
            </a:xfrm>
            <a:prstGeom prst="bentConnector3">
              <a:avLst>
                <a:gd name="adj1" fmla="val -31358025"/>
              </a:avLst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5123D9E-3A38-FB5C-57FA-E04744DED32E}"/>
                </a:ext>
              </a:extLst>
            </p:cNvPr>
            <p:cNvSpPr txBox="1"/>
            <p:nvPr/>
          </p:nvSpPr>
          <p:spPr>
            <a:xfrm>
              <a:off x="6016429" y="2356547"/>
              <a:ext cx="276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δ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8FC2447-B494-8FCF-1318-FDBD087AECAF}"/>
                </a:ext>
              </a:extLst>
            </p:cNvPr>
            <p:cNvSpPr txBox="1"/>
            <p:nvPr/>
          </p:nvSpPr>
          <p:spPr>
            <a:xfrm>
              <a:off x="642017" y="1189151"/>
              <a:ext cx="152265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Hospital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FF325C4-5790-6D18-7269-5EB622B6064D}"/>
                </a:ext>
              </a:extLst>
            </p:cNvPr>
            <p:cNvSpPr/>
            <p:nvPr/>
          </p:nvSpPr>
          <p:spPr>
            <a:xfrm>
              <a:off x="546115" y="5450416"/>
              <a:ext cx="6153573" cy="10398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987141AB-5F60-954F-80D3-DD6C9A5325EE}"/>
                </a:ext>
              </a:extLst>
            </p:cNvPr>
            <p:cNvGrpSpPr/>
            <p:nvPr/>
          </p:nvGrpSpPr>
          <p:grpSpPr>
            <a:xfrm>
              <a:off x="708325" y="5633739"/>
              <a:ext cx="575999" cy="576000"/>
              <a:chOff x="896085" y="5058934"/>
              <a:chExt cx="575999" cy="5760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AA67D09F-4C17-8C89-2AE6-F462DE1FCEED}"/>
                  </a:ext>
                </a:extLst>
              </p:cNvPr>
              <p:cNvSpPr/>
              <p:nvPr/>
            </p:nvSpPr>
            <p:spPr>
              <a:xfrm>
                <a:off x="896085" y="5058934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2891E3-69F1-98EA-873E-2E49CF998CB2}"/>
                  </a:ext>
                </a:extLst>
              </p:cNvPr>
              <p:cNvSpPr txBox="1"/>
              <p:nvPr/>
            </p:nvSpPr>
            <p:spPr>
              <a:xfrm flipH="1">
                <a:off x="1051434" y="5172398"/>
                <a:ext cx="265206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S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A331DB3-3672-0013-B55C-7BA7A963BB51}"/>
                </a:ext>
              </a:extLst>
            </p:cNvPr>
            <p:cNvGrpSpPr/>
            <p:nvPr/>
          </p:nvGrpSpPr>
          <p:grpSpPr>
            <a:xfrm>
              <a:off x="1745690" y="5633739"/>
              <a:ext cx="575999" cy="576000"/>
              <a:chOff x="2310240" y="5058932"/>
              <a:chExt cx="575999" cy="576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0AE40FEB-DE9F-6C7B-6928-46D3CE7BC40A}"/>
                  </a:ext>
                </a:extLst>
              </p:cNvPr>
              <p:cNvSpPr/>
              <p:nvPr/>
            </p:nvSpPr>
            <p:spPr>
              <a:xfrm>
                <a:off x="2310240" y="5058932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62F86DF-A2CC-FBC9-D0C6-FF9CD5546FFA}"/>
                  </a:ext>
                </a:extLst>
              </p:cNvPr>
              <p:cNvSpPr txBox="1"/>
              <p:nvPr/>
            </p:nvSpPr>
            <p:spPr>
              <a:xfrm>
                <a:off x="2449915" y="5188203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C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A6A1469-CBAC-CCE0-A97B-1A2D1C50F405}"/>
                </a:ext>
              </a:extLst>
            </p:cNvPr>
            <p:cNvGrpSpPr/>
            <p:nvPr/>
          </p:nvGrpSpPr>
          <p:grpSpPr>
            <a:xfrm>
              <a:off x="2795138" y="5628480"/>
              <a:ext cx="576000" cy="576000"/>
              <a:chOff x="3859213" y="5058931"/>
              <a:chExt cx="576000" cy="5760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7A74D5AA-7785-91CF-0403-E2F2182B65D5}"/>
                  </a:ext>
                </a:extLst>
              </p:cNvPr>
              <p:cNvSpPr/>
              <p:nvPr/>
            </p:nvSpPr>
            <p:spPr>
              <a:xfrm>
                <a:off x="3859213" y="5058931"/>
                <a:ext cx="576000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AD407A7-F929-D104-1296-5B212DFC4760}"/>
                  </a:ext>
                </a:extLst>
              </p:cNvPr>
              <p:cNvSpPr txBox="1"/>
              <p:nvPr/>
            </p:nvSpPr>
            <p:spPr>
              <a:xfrm>
                <a:off x="4043567" y="5188202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C5A9243-9124-A760-F748-572BC1DDD5A6}"/>
                </a:ext>
              </a:extLst>
            </p:cNvPr>
            <p:cNvSpPr txBox="1"/>
            <p:nvPr/>
          </p:nvSpPr>
          <p:spPr>
            <a:xfrm>
              <a:off x="970141" y="4875622"/>
              <a:ext cx="484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106F80A-145F-D5F2-23BF-7EC398B140C2}"/>
                </a:ext>
              </a:extLst>
            </p:cNvPr>
            <p:cNvSpPr txBox="1"/>
            <p:nvPr/>
          </p:nvSpPr>
          <p:spPr>
            <a:xfrm>
              <a:off x="2012786" y="4871485"/>
              <a:ext cx="3953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C14C519-0951-C09D-EB4C-E455F4A207FA}"/>
                </a:ext>
              </a:extLst>
            </p:cNvPr>
            <p:cNvSpPr txBox="1"/>
            <p:nvPr/>
          </p:nvSpPr>
          <p:spPr>
            <a:xfrm>
              <a:off x="3055499" y="4875622"/>
              <a:ext cx="3614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095890B-E512-7FC8-C227-E81CE16F0A64}"/>
                </a:ext>
              </a:extLst>
            </p:cNvPr>
            <p:cNvSpPr txBox="1"/>
            <p:nvPr/>
          </p:nvSpPr>
          <p:spPr>
            <a:xfrm>
              <a:off x="5650447" y="4866653"/>
              <a:ext cx="6894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A96D1F7B-8C3A-7086-B0D1-BA1ED867782C}"/>
                </a:ext>
              </a:extLst>
            </p:cNvPr>
            <p:cNvCxnSpPr>
              <a:cxnSpLocks/>
              <a:stCxn id="56" idx="1"/>
              <a:endCxn id="4" idx="3"/>
            </p:cNvCxnSpPr>
            <p:nvPr/>
          </p:nvCxnSpPr>
          <p:spPr>
            <a:xfrm flipV="1">
              <a:off x="792678" y="3384518"/>
              <a:ext cx="7" cy="233357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FEC11F3-0D85-1EA2-134E-37626C759C80}"/>
                </a:ext>
              </a:extLst>
            </p:cNvPr>
            <p:cNvCxnSpPr>
              <a:cxnSpLocks/>
              <a:stCxn id="61" idx="1"/>
              <a:endCxn id="8" idx="3"/>
            </p:cNvCxnSpPr>
            <p:nvPr/>
          </p:nvCxnSpPr>
          <p:spPr>
            <a:xfrm flipV="1">
              <a:off x="1830043" y="3384516"/>
              <a:ext cx="6045" cy="2333576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55678CE0-578C-2728-2F57-719EACA2EEB5}"/>
                </a:ext>
              </a:extLst>
            </p:cNvPr>
            <p:cNvCxnSpPr>
              <a:cxnSpLocks/>
              <a:stCxn id="65" idx="1"/>
              <a:endCxn id="11" idx="3"/>
            </p:cNvCxnSpPr>
            <p:nvPr/>
          </p:nvCxnSpPr>
          <p:spPr>
            <a:xfrm flipV="1">
              <a:off x="2879491" y="3384515"/>
              <a:ext cx="0" cy="232831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115EC87-151D-7B1C-F72E-3825C6AD95AF}"/>
                </a:ext>
              </a:extLst>
            </p:cNvPr>
            <p:cNvSpPr txBox="1"/>
            <p:nvPr/>
          </p:nvSpPr>
          <p:spPr>
            <a:xfrm>
              <a:off x="1449744" y="4849394"/>
              <a:ext cx="4464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16E831C-7AF5-7AB1-58FE-3899FE98BCAE}"/>
                </a:ext>
              </a:extLst>
            </p:cNvPr>
            <p:cNvSpPr txBox="1"/>
            <p:nvPr/>
          </p:nvSpPr>
          <p:spPr>
            <a:xfrm>
              <a:off x="2549140" y="4875622"/>
              <a:ext cx="361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5B2B86D2-F0F2-16FA-8B70-A6436B5A649D}"/>
                </a:ext>
              </a:extLst>
            </p:cNvPr>
            <p:cNvCxnSpPr>
              <a:cxnSpLocks/>
              <a:stCxn id="8" idx="4"/>
              <a:endCxn id="61" idx="0"/>
            </p:cNvCxnSpPr>
            <p:nvPr/>
          </p:nvCxnSpPr>
          <p:spPr>
            <a:xfrm flipH="1">
              <a:off x="2033690" y="3468869"/>
              <a:ext cx="6045" cy="216487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06F06F69-162C-07EE-AC10-B5D34B5FDE6D}"/>
                </a:ext>
              </a:extLst>
            </p:cNvPr>
            <p:cNvCxnSpPr>
              <a:cxnSpLocks/>
              <a:stCxn id="4" idx="4"/>
              <a:endCxn id="56" idx="0"/>
            </p:cNvCxnSpPr>
            <p:nvPr/>
          </p:nvCxnSpPr>
          <p:spPr>
            <a:xfrm flipH="1">
              <a:off x="996325" y="3468871"/>
              <a:ext cx="7" cy="216486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BE1164F5-1155-CE45-DE2A-ACED8C52A382}"/>
                </a:ext>
              </a:extLst>
            </p:cNvPr>
            <p:cNvCxnSpPr>
              <a:cxnSpLocks/>
              <a:stCxn id="11" idx="4"/>
              <a:endCxn id="65" idx="0"/>
            </p:cNvCxnSpPr>
            <p:nvPr/>
          </p:nvCxnSpPr>
          <p:spPr>
            <a:xfrm>
              <a:off x="3083138" y="3468868"/>
              <a:ext cx="0" cy="215961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F8DB57BF-2D22-57D2-7806-B1CC67D235F4}"/>
                </a:ext>
              </a:extLst>
            </p:cNvPr>
            <p:cNvGrpSpPr/>
            <p:nvPr/>
          </p:nvGrpSpPr>
          <p:grpSpPr>
            <a:xfrm>
              <a:off x="3394785" y="1407584"/>
              <a:ext cx="575999" cy="576000"/>
              <a:chOff x="2292594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8C2B5932-8DB8-597C-A0AC-CB1AC8DA3161}"/>
                  </a:ext>
                </a:extLst>
              </p:cNvPr>
              <p:cNvSpPr/>
              <p:nvPr/>
            </p:nvSpPr>
            <p:spPr>
              <a:xfrm>
                <a:off x="2292594" y="1019175"/>
                <a:ext cx="366273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634536B-A2FA-C679-2130-BC2446BDCC92}"/>
                  </a:ext>
                </a:extLst>
              </p:cNvPr>
              <p:cNvSpPr txBox="1"/>
              <p:nvPr/>
            </p:nvSpPr>
            <p:spPr>
              <a:xfrm flipH="1">
                <a:off x="2391379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D</a:t>
                </a:r>
              </a:p>
            </p:txBody>
          </p:sp>
        </p:grp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10FE89BE-360B-CBFC-FBDD-F1705150D673}"/>
                </a:ext>
              </a:extLst>
            </p:cNvPr>
            <p:cNvCxnSpPr>
              <a:cxnSpLocks/>
              <a:stCxn id="11" idx="0"/>
              <a:endCxn id="124" idx="4"/>
            </p:cNvCxnSpPr>
            <p:nvPr/>
          </p:nvCxnSpPr>
          <p:spPr>
            <a:xfrm flipV="1">
              <a:off x="3083138" y="1983584"/>
              <a:ext cx="599647" cy="90928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ABDF6E71-7BD3-6C2D-CC96-42F18ECDB6AE}"/>
                </a:ext>
              </a:extLst>
            </p:cNvPr>
            <p:cNvCxnSpPr>
              <a:cxnSpLocks/>
              <a:stCxn id="4" idx="0"/>
              <a:endCxn id="124" idx="2"/>
            </p:cNvCxnSpPr>
            <p:nvPr/>
          </p:nvCxnSpPr>
          <p:spPr>
            <a:xfrm flipV="1">
              <a:off x="996326" y="1695584"/>
              <a:ext cx="2398459" cy="119728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63F52B5F-FCCA-D915-A9D5-0BEF8D2A1AF0}"/>
                </a:ext>
              </a:extLst>
            </p:cNvPr>
            <p:cNvCxnSpPr>
              <a:cxnSpLocks/>
              <a:stCxn id="8" idx="0"/>
              <a:endCxn id="124" idx="3"/>
            </p:cNvCxnSpPr>
            <p:nvPr/>
          </p:nvCxnSpPr>
          <p:spPr>
            <a:xfrm flipV="1">
              <a:off x="2039735" y="1899231"/>
              <a:ext cx="1439403" cy="99363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D84B865C-C7CF-AAD1-E19B-BDB34C3C03F3}"/>
                </a:ext>
              </a:extLst>
            </p:cNvPr>
            <p:cNvCxnSpPr>
              <a:cxnSpLocks/>
              <a:stCxn id="15" idx="0"/>
              <a:endCxn id="124" idx="6"/>
            </p:cNvCxnSpPr>
            <p:nvPr/>
          </p:nvCxnSpPr>
          <p:spPr>
            <a:xfrm flipH="1" flipV="1">
              <a:off x="3970784" y="1695584"/>
              <a:ext cx="1227359" cy="120309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3D28C40-F6AF-59F6-459A-D9D40523DC5D}"/>
                </a:ext>
              </a:extLst>
            </p:cNvPr>
            <p:cNvSpPr txBox="1"/>
            <p:nvPr/>
          </p:nvSpPr>
          <p:spPr>
            <a:xfrm>
              <a:off x="1770842" y="2009134"/>
              <a:ext cx="5508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858E7F21-FD0B-F406-F57A-0626DC411DF4}"/>
                </a:ext>
              </a:extLst>
            </p:cNvPr>
            <p:cNvSpPr txBox="1"/>
            <p:nvPr/>
          </p:nvSpPr>
          <p:spPr>
            <a:xfrm>
              <a:off x="2485878" y="2009134"/>
              <a:ext cx="5023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B94ABE1-F5DD-86D6-58EC-9FE9D6845421}"/>
                </a:ext>
              </a:extLst>
            </p:cNvPr>
            <p:cNvSpPr txBox="1"/>
            <p:nvPr/>
          </p:nvSpPr>
          <p:spPr>
            <a:xfrm>
              <a:off x="3094850" y="2009134"/>
              <a:ext cx="40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27E1F4C-A677-72B8-F424-DBAC2DE15647}"/>
                </a:ext>
              </a:extLst>
            </p:cNvPr>
            <p:cNvSpPr txBox="1"/>
            <p:nvPr/>
          </p:nvSpPr>
          <p:spPr>
            <a:xfrm>
              <a:off x="4520273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Xtest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FFBFB32-C456-8E60-1FAF-FB93872D8E90}"/>
                </a:ext>
              </a:extLst>
            </p:cNvPr>
            <p:cNvCxnSpPr>
              <a:cxnSpLocks/>
              <a:stCxn id="47" idx="7"/>
              <a:endCxn id="15" idx="2"/>
            </p:cNvCxnSpPr>
            <p:nvPr/>
          </p:nvCxnSpPr>
          <p:spPr>
            <a:xfrm flipV="1">
              <a:off x="4408153" y="3186676"/>
              <a:ext cx="501991" cy="63302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4DCB230-512A-B717-EB06-650C6E236096}"/>
                </a:ext>
              </a:extLst>
            </p:cNvPr>
            <p:cNvSpPr txBox="1"/>
            <p:nvPr/>
          </p:nvSpPr>
          <p:spPr>
            <a:xfrm>
              <a:off x="4377125" y="3236576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π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6103F70-777E-1AB6-F72E-DDCA636A1C12}"/>
                </a:ext>
              </a:extLst>
            </p:cNvPr>
            <p:cNvGrpSpPr/>
            <p:nvPr/>
          </p:nvGrpSpPr>
          <p:grpSpPr>
            <a:xfrm>
              <a:off x="5981744" y="2892142"/>
              <a:ext cx="635630" cy="576000"/>
              <a:chOff x="1659284" y="1019175"/>
              <a:chExt cx="404191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F83B038-8B16-2485-9299-DF80B859F207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F01FFE0-BC3B-DBE5-08AA-ECAEA3110577}"/>
                  </a:ext>
                </a:extLst>
              </p:cNvPr>
              <p:cNvSpPr txBox="1"/>
              <p:nvPr/>
            </p:nvSpPr>
            <p:spPr>
              <a:xfrm>
                <a:off x="1681340" y="1149172"/>
                <a:ext cx="38213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treat</a:t>
                </a:r>
                <a:endParaRPr lang="en-US" sz="1600" baseline="-25000" dirty="0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37E3EC-C531-03D8-2617-AD0ACADDFB6A}"/>
                </a:ext>
              </a:extLst>
            </p:cNvPr>
            <p:cNvSpPr txBox="1"/>
            <p:nvPr/>
          </p:nvSpPr>
          <p:spPr>
            <a:xfrm>
              <a:off x="5478946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θ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DB28D41-75B2-FFF0-D1F9-00CC314C42CE}"/>
                </a:ext>
              </a:extLst>
            </p:cNvPr>
            <p:cNvCxnSpPr>
              <a:cxnSpLocks/>
              <a:stCxn id="15" idx="7"/>
              <a:endCxn id="13" idx="1"/>
            </p:cNvCxnSpPr>
            <p:nvPr/>
          </p:nvCxnSpPr>
          <p:spPr>
            <a:xfrm flipV="1">
              <a:off x="5401789" y="2976495"/>
              <a:ext cx="664308" cy="6534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3D7802C-5E8C-F7C9-7810-EA79773ACFEA}"/>
                </a:ext>
              </a:extLst>
            </p:cNvPr>
            <p:cNvCxnSpPr>
              <a:cxnSpLocks/>
              <a:stCxn id="13" idx="0"/>
              <a:endCxn id="124" idx="7"/>
            </p:cNvCxnSpPr>
            <p:nvPr/>
          </p:nvCxnSpPr>
          <p:spPr>
            <a:xfrm flipH="1" flipV="1">
              <a:off x="3886431" y="1491937"/>
              <a:ext cx="2383313" cy="140020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EB58169-3BEF-253E-99A3-BF764503E5BE}"/>
                </a:ext>
              </a:extLst>
            </p:cNvPr>
            <p:cNvSpPr txBox="1"/>
            <p:nvPr/>
          </p:nvSpPr>
          <p:spPr>
            <a:xfrm>
              <a:off x="5217262" y="2009134"/>
              <a:ext cx="7763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74C125E-6BD7-388E-8E2B-248B349F5140}"/>
                </a:ext>
              </a:extLst>
            </p:cNvPr>
            <p:cNvGrpSpPr/>
            <p:nvPr/>
          </p:nvGrpSpPr>
          <p:grpSpPr>
            <a:xfrm>
              <a:off x="3916507" y="3735343"/>
              <a:ext cx="580964" cy="576000"/>
              <a:chOff x="1708861" y="1090055"/>
              <a:chExt cx="369431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4FFE997-0757-AAD5-BE90-8316A5DA469C}"/>
                  </a:ext>
                </a:extLst>
              </p:cNvPr>
              <p:cNvSpPr/>
              <p:nvPr/>
            </p:nvSpPr>
            <p:spPr>
              <a:xfrm>
                <a:off x="1708861" y="109005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E6BCDCB-B95A-7D6F-9A2C-10EC5DD30125}"/>
                  </a:ext>
                </a:extLst>
              </p:cNvPr>
              <p:cNvSpPr txBox="1"/>
              <p:nvPr/>
            </p:nvSpPr>
            <p:spPr>
              <a:xfrm>
                <a:off x="1726103" y="1232235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FN</a:t>
                </a:r>
                <a:endParaRPr lang="en-US" sz="1600" dirty="0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A741C10-3C07-7FF8-39FA-E6716E90C77C}"/>
                </a:ext>
              </a:extLst>
            </p:cNvPr>
            <p:cNvCxnSpPr>
              <a:cxnSpLocks/>
              <a:stCxn id="15" idx="3"/>
              <a:endCxn id="48" idx="3"/>
            </p:cNvCxnSpPr>
            <p:nvPr/>
          </p:nvCxnSpPr>
          <p:spPr>
            <a:xfrm flipH="1">
              <a:off x="4497471" y="3390323"/>
              <a:ext cx="497026" cy="656477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59BFB66-FB30-161C-48A2-982833FB74FE}"/>
                </a:ext>
              </a:extLst>
            </p:cNvPr>
            <p:cNvSpPr txBox="1"/>
            <p:nvPr/>
          </p:nvSpPr>
          <p:spPr>
            <a:xfrm>
              <a:off x="4627722" y="3550914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E59703D-0B55-754D-48B5-7D69B7CEB9E4}"/>
                </a:ext>
              </a:extLst>
            </p:cNvPr>
            <p:cNvCxnSpPr>
              <a:cxnSpLocks/>
              <a:stCxn id="47" idx="4"/>
              <a:endCxn id="65" idx="7"/>
            </p:cNvCxnSpPr>
            <p:nvPr/>
          </p:nvCxnSpPr>
          <p:spPr>
            <a:xfrm flipH="1">
              <a:off x="3286785" y="4311343"/>
              <a:ext cx="917722" cy="140149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5AEECBFE-FC6D-1746-63D1-D858824D8013}"/>
                </a:ext>
              </a:extLst>
            </p:cNvPr>
            <p:cNvCxnSpPr>
              <a:cxnSpLocks/>
              <a:stCxn id="47" idx="0"/>
              <a:endCxn id="124" idx="5"/>
            </p:cNvCxnSpPr>
            <p:nvPr/>
          </p:nvCxnSpPr>
          <p:spPr>
            <a:xfrm flipH="1" flipV="1">
              <a:off x="3886431" y="1899231"/>
              <a:ext cx="318076" cy="183611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0BDC5AB-C422-2034-8217-D5F48F5A8B19}"/>
                </a:ext>
              </a:extLst>
            </p:cNvPr>
            <p:cNvSpPr txBox="1"/>
            <p:nvPr/>
          </p:nvSpPr>
          <p:spPr>
            <a:xfrm>
              <a:off x="3899255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3997071-DBC4-A3D2-ADDC-B9A9A0E814A0}"/>
                </a:ext>
              </a:extLst>
            </p:cNvPr>
            <p:cNvSpPr txBox="1"/>
            <p:nvPr/>
          </p:nvSpPr>
          <p:spPr>
            <a:xfrm>
              <a:off x="3669327" y="4859622"/>
              <a:ext cx="589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388D47AE-4620-40C3-DED7-1CE0C84F9B66}"/>
              </a:ext>
            </a:extLst>
          </p:cNvPr>
          <p:cNvCxnSpPr>
            <a:cxnSpLocks/>
          </p:cNvCxnSpPr>
          <p:nvPr/>
        </p:nvCxnSpPr>
        <p:spPr>
          <a:xfrm rot="5400000">
            <a:off x="2260916" y="232446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82F35E38-909F-BA19-1E86-AE98F0F0001E}"/>
              </a:ext>
            </a:extLst>
          </p:cNvPr>
          <p:cNvGraphicFramePr>
            <a:graphicFrameLocks noGrp="1"/>
          </p:cNvGraphicFramePr>
          <p:nvPr/>
        </p:nvGraphicFramePr>
        <p:xfrm>
          <a:off x="7075061" y="229320"/>
          <a:ext cx="4838350" cy="63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dirty="0">
                          <a:solidFill>
                            <a:schemeClr val="tx1"/>
                          </a:solidFill>
                          <a:latin typeface="+mn-lt"/>
                        </a:rPr>
                        <a:t>C. difficile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Suspected cases identification rate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Discharge rates (no discharges from </a:t>
                      </a:r>
                      <a:r>
                        <a:rPr lang="en-GB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Xtest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64" name="Oval 63">
            <a:extLst>
              <a:ext uri="{FF2B5EF4-FFF2-40B4-BE49-F238E27FC236}">
                <a16:creationId xmlns:a16="http://schemas.microsoft.com/office/drawing/2014/main" id="{CBB7D30D-E0C0-7BB6-97F1-0DA8DFD7489E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6BA30FD-286C-4538-0ABF-482082BE5E65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56D0C01-24F9-8319-FF5E-0328B9DB928B}"/>
              </a:ext>
            </a:extLst>
          </p:cNvPr>
          <p:cNvCxnSpPr>
            <a:cxnSpLocks/>
          </p:cNvCxnSpPr>
          <p:nvPr/>
        </p:nvCxnSpPr>
        <p:spPr>
          <a:xfrm>
            <a:off x="7126491" y="961851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C3A1CC2-A4E1-473A-142B-E02553E66733}"/>
              </a:ext>
            </a:extLst>
          </p:cNvPr>
          <p:cNvCxnSpPr>
            <a:cxnSpLocks/>
          </p:cNvCxnSpPr>
          <p:nvPr/>
        </p:nvCxnSpPr>
        <p:spPr>
          <a:xfrm>
            <a:off x="7136675" y="1252595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386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9FA0E-A584-0E99-24E5-E7DD5461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15D5A2D-0424-9DF9-6BCE-D7FE6EB62E5F}"/>
              </a:ext>
            </a:extLst>
          </p:cNvPr>
          <p:cNvCxnSpPr>
            <a:cxnSpLocks/>
            <a:stCxn id="22" idx="2"/>
            <a:endCxn id="124" idx="5"/>
          </p:cNvCxnSpPr>
          <p:nvPr/>
        </p:nvCxnSpPr>
        <p:spPr>
          <a:xfrm flipH="1" flipV="1">
            <a:off x="3886431" y="2026716"/>
            <a:ext cx="1470854" cy="232116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3E021C7-FB79-01B8-5900-97523368506E}"/>
              </a:ext>
            </a:extLst>
          </p:cNvPr>
          <p:cNvSpPr txBox="1"/>
          <p:nvPr/>
        </p:nvSpPr>
        <p:spPr>
          <a:xfrm>
            <a:off x="0" y="156870"/>
            <a:ext cx="6919083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2: Isolate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treat</a:t>
            </a:r>
            <a:r>
              <a:rPr lang="en-GB" sz="1400" dirty="0"/>
              <a:t> and T</a:t>
            </a:r>
            <a:r>
              <a:rPr lang="en-GB" sz="1400" baseline="-25000" dirty="0"/>
              <a:t>2</a:t>
            </a:r>
            <a:r>
              <a:rPr lang="en-GB" sz="1400" dirty="0"/>
              <a:t> patients are in a side room or IPC cohort (isolated)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other patients are on a general ward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22C79C-C751-7E26-80E1-CD8D62D36C91}"/>
              </a:ext>
            </a:extLst>
          </p:cNvPr>
          <p:cNvSpPr txBox="1"/>
          <p:nvPr/>
        </p:nvSpPr>
        <p:spPr>
          <a:xfrm>
            <a:off x="4994497" y="6071794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E0B6700-DE69-3824-DA11-19CEB9E18B49}"/>
              </a:ext>
            </a:extLst>
          </p:cNvPr>
          <p:cNvSpPr txBox="1"/>
          <p:nvPr/>
        </p:nvSpPr>
        <p:spPr>
          <a:xfrm>
            <a:off x="415889" y="5169460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ABCB13-F046-A8C2-A6D5-70227BC785B4}"/>
              </a:ext>
            </a:extLst>
          </p:cNvPr>
          <p:cNvSpPr/>
          <p:nvPr/>
        </p:nvSpPr>
        <p:spPr>
          <a:xfrm>
            <a:off x="546115" y="982010"/>
            <a:ext cx="6156529" cy="4122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597402-397C-97DE-5B2F-A962F5B69AFC}"/>
              </a:ext>
            </a:extLst>
          </p:cNvPr>
          <p:cNvGrpSpPr/>
          <p:nvPr/>
        </p:nvGrpSpPr>
        <p:grpSpPr>
          <a:xfrm>
            <a:off x="708332" y="3020356"/>
            <a:ext cx="575999" cy="576000"/>
            <a:chOff x="2181846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9CFBDCC-A4C3-BF17-EEEE-748F0E4DE7CB}"/>
                </a:ext>
              </a:extLst>
            </p:cNvPr>
            <p:cNvSpPr/>
            <p:nvPr/>
          </p:nvSpPr>
          <p:spPr>
            <a:xfrm>
              <a:off x="2181846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FCC6BE9-A168-5467-5D79-BA3C236BE178}"/>
                </a:ext>
              </a:extLst>
            </p:cNvPr>
            <p:cNvSpPr txBox="1"/>
            <p:nvPr/>
          </p:nvSpPr>
          <p:spPr>
            <a:xfrm flipH="1">
              <a:off x="2273076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S</a:t>
              </a:r>
              <a:endParaRPr lang="en-US" sz="16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ACA438F-3299-B0BF-26E8-AE1C70027D4A}"/>
              </a:ext>
            </a:extLst>
          </p:cNvPr>
          <p:cNvGrpSpPr/>
          <p:nvPr/>
        </p:nvGrpSpPr>
        <p:grpSpPr>
          <a:xfrm>
            <a:off x="1751735" y="3020354"/>
            <a:ext cx="575999" cy="576000"/>
            <a:chOff x="2370102" y="2176637"/>
            <a:chExt cx="575999" cy="576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9B710A2-A81D-EAAC-CAE1-23EE4458A9CC}"/>
                </a:ext>
              </a:extLst>
            </p:cNvPr>
            <p:cNvSpPr/>
            <p:nvPr/>
          </p:nvSpPr>
          <p:spPr>
            <a:xfrm>
              <a:off x="2370102" y="2176637"/>
              <a:ext cx="575999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253B0D-21E7-9655-3338-01D2D60B1E8B}"/>
                </a:ext>
              </a:extLst>
            </p:cNvPr>
            <p:cNvSpPr txBox="1"/>
            <p:nvPr/>
          </p:nvSpPr>
          <p:spPr>
            <a:xfrm>
              <a:off x="2509777" y="2305908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C</a:t>
              </a:r>
              <a:endParaRPr lang="en-US" sz="16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85643E6-974A-7903-6BF8-9998CA0F0C76}"/>
              </a:ext>
            </a:extLst>
          </p:cNvPr>
          <p:cNvGrpSpPr/>
          <p:nvPr/>
        </p:nvGrpSpPr>
        <p:grpSpPr>
          <a:xfrm>
            <a:off x="2795138" y="3020353"/>
            <a:ext cx="576000" cy="576000"/>
            <a:chOff x="5405530" y="2176637"/>
            <a:chExt cx="576000" cy="576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B2AE6C5-1EF9-9D1B-1B31-A34B9D10BCBD}"/>
                </a:ext>
              </a:extLst>
            </p:cNvPr>
            <p:cNvSpPr/>
            <p:nvPr/>
          </p:nvSpPr>
          <p:spPr>
            <a:xfrm>
              <a:off x="5405530" y="2176637"/>
              <a:ext cx="576000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ED09B25-2091-9520-8925-16F07DDF85A4}"/>
                </a:ext>
              </a:extLst>
            </p:cNvPr>
            <p:cNvSpPr txBox="1"/>
            <p:nvPr/>
          </p:nvSpPr>
          <p:spPr>
            <a:xfrm>
              <a:off x="5589884" y="2305908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I</a:t>
              </a:r>
              <a:endParaRPr lang="en-US" sz="1600" dirty="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023A3B2-03B1-ABAF-85FB-26570901FB1C}"/>
              </a:ext>
            </a:extLst>
          </p:cNvPr>
          <p:cNvCxnSpPr>
            <a:cxnSpLocks/>
            <a:stCxn id="4" idx="7"/>
            <a:endCxn id="8" idx="1"/>
          </p:cNvCxnSpPr>
          <p:nvPr/>
        </p:nvCxnSpPr>
        <p:spPr>
          <a:xfrm flipV="1">
            <a:off x="1199978" y="3104707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ABD0901-61C3-60DF-D0FC-5A9D1FF480A9}"/>
              </a:ext>
            </a:extLst>
          </p:cNvPr>
          <p:cNvCxnSpPr>
            <a:cxnSpLocks/>
            <a:stCxn id="8" idx="7"/>
            <a:endCxn id="11" idx="1"/>
          </p:cNvCxnSpPr>
          <p:nvPr/>
        </p:nvCxnSpPr>
        <p:spPr>
          <a:xfrm flipV="1">
            <a:off x="2243381" y="3104706"/>
            <a:ext cx="636110" cy="1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D97C982-8767-02D9-F3DF-0550133F19CC}"/>
              </a:ext>
            </a:extLst>
          </p:cNvPr>
          <p:cNvSpPr txBox="1"/>
          <p:nvPr/>
        </p:nvSpPr>
        <p:spPr>
          <a:xfrm>
            <a:off x="2381413" y="3008532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09C936-E8CD-D721-F876-C04771DF0273}"/>
              </a:ext>
            </a:extLst>
          </p:cNvPr>
          <p:cNvSpPr txBox="1"/>
          <p:nvPr/>
        </p:nvSpPr>
        <p:spPr>
          <a:xfrm>
            <a:off x="1375024" y="3043700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λ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2A93EE0-7879-1115-246A-DB79053549A6}"/>
              </a:ext>
            </a:extLst>
          </p:cNvPr>
          <p:cNvCxnSpPr>
            <a:cxnSpLocks/>
            <a:stCxn id="4" idx="5"/>
            <a:endCxn id="8" idx="3"/>
          </p:cNvCxnSpPr>
          <p:nvPr/>
        </p:nvCxnSpPr>
        <p:spPr>
          <a:xfrm flipV="1">
            <a:off x="1199978" y="3512001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409D64F-AE1C-49CF-B9C3-A5BA33F25F16}"/>
              </a:ext>
            </a:extLst>
          </p:cNvPr>
          <p:cNvSpPr txBox="1"/>
          <p:nvPr/>
        </p:nvSpPr>
        <p:spPr>
          <a:xfrm>
            <a:off x="1365150" y="3417850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μ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99072A9-DA03-E9AC-120C-AE946DDABEB4}"/>
              </a:ext>
            </a:extLst>
          </p:cNvPr>
          <p:cNvGrpSpPr/>
          <p:nvPr/>
        </p:nvGrpSpPr>
        <p:grpSpPr>
          <a:xfrm>
            <a:off x="4910144" y="3026161"/>
            <a:ext cx="604198" cy="576000"/>
            <a:chOff x="1659284" y="1019175"/>
            <a:chExt cx="384205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DC12B3D-B1F1-B6DB-3AD8-538C29D46B69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B911C6D-7D9B-09E2-A0EC-F661A4C720E4}"/>
                </a:ext>
              </a:extLst>
            </p:cNvPr>
            <p:cNvSpPr txBox="1"/>
            <p:nvPr/>
          </p:nvSpPr>
          <p:spPr>
            <a:xfrm>
              <a:off x="1691300" y="1148446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test</a:t>
              </a:r>
              <a:endParaRPr lang="en-US" sz="1600" baseline="-25000" dirty="0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872675-FF88-21BA-C67C-904EDE38BBB9}"/>
              </a:ext>
            </a:extLst>
          </p:cNvPr>
          <p:cNvCxnSpPr>
            <a:cxnSpLocks/>
            <a:stCxn id="11" idx="7"/>
            <a:endCxn id="15" idx="1"/>
          </p:cNvCxnSpPr>
          <p:nvPr/>
        </p:nvCxnSpPr>
        <p:spPr>
          <a:xfrm>
            <a:off x="3286785" y="3104706"/>
            <a:ext cx="1707712" cy="5808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639A6EE-10B6-0505-4A7C-D407225A1887}"/>
              </a:ext>
            </a:extLst>
          </p:cNvPr>
          <p:cNvSpPr txBox="1"/>
          <p:nvPr/>
        </p:nvSpPr>
        <p:spPr>
          <a:xfrm>
            <a:off x="4388578" y="3026116"/>
            <a:ext cx="24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γ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BA01EDE-330E-3D60-DD80-AA893FA05B87}"/>
              </a:ext>
            </a:extLst>
          </p:cNvPr>
          <p:cNvCxnSpPr>
            <a:cxnSpLocks/>
            <a:stCxn id="71" idx="0"/>
            <a:endCxn id="4" idx="0"/>
          </p:cNvCxnSpPr>
          <p:nvPr/>
        </p:nvCxnSpPr>
        <p:spPr>
          <a:xfrm rot="16200000" flipH="1" flipV="1">
            <a:off x="3002221" y="-243857"/>
            <a:ext cx="1258324" cy="5270102"/>
          </a:xfrm>
          <a:prstGeom prst="bentConnector3">
            <a:avLst>
              <a:gd name="adj1" fmla="val -27330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30279A7-F095-16C1-E300-CE87520E2DFF}"/>
              </a:ext>
            </a:extLst>
          </p:cNvPr>
          <p:cNvSpPr txBox="1"/>
          <p:nvPr/>
        </p:nvSpPr>
        <p:spPr>
          <a:xfrm>
            <a:off x="6016429" y="2484032"/>
            <a:ext cx="276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5828A74-FAE0-F1DD-C045-45007612CE6E}"/>
              </a:ext>
            </a:extLst>
          </p:cNvPr>
          <p:cNvSpPr txBox="1"/>
          <p:nvPr/>
        </p:nvSpPr>
        <p:spPr>
          <a:xfrm>
            <a:off x="645728" y="1022430"/>
            <a:ext cx="152265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Hospital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296EAB-0E65-19AE-6815-836B8E75884A}"/>
              </a:ext>
            </a:extLst>
          </p:cNvPr>
          <p:cNvSpPr/>
          <p:nvPr/>
        </p:nvSpPr>
        <p:spPr>
          <a:xfrm>
            <a:off x="546115" y="5577901"/>
            <a:ext cx="6153573" cy="10398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9CD096-1E4E-D67B-A39D-2FC015205160}"/>
              </a:ext>
            </a:extLst>
          </p:cNvPr>
          <p:cNvGrpSpPr/>
          <p:nvPr/>
        </p:nvGrpSpPr>
        <p:grpSpPr>
          <a:xfrm>
            <a:off x="708325" y="5757247"/>
            <a:ext cx="575999" cy="576000"/>
            <a:chOff x="896085" y="5054957"/>
            <a:chExt cx="575999" cy="576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6CC07AF-7AF7-720F-11CC-8B6003A37FD0}"/>
                </a:ext>
              </a:extLst>
            </p:cNvPr>
            <p:cNvSpPr/>
            <p:nvPr/>
          </p:nvSpPr>
          <p:spPr>
            <a:xfrm>
              <a:off x="896085" y="5054957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A6908F9-4EB1-A368-A039-323C8B3BDFC4}"/>
                </a:ext>
              </a:extLst>
            </p:cNvPr>
            <p:cNvSpPr txBox="1"/>
            <p:nvPr/>
          </p:nvSpPr>
          <p:spPr>
            <a:xfrm flipH="1">
              <a:off x="1051434" y="5168421"/>
              <a:ext cx="265206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5332D08-31FE-2C0D-3C31-804CF0BD0E26}"/>
              </a:ext>
            </a:extLst>
          </p:cNvPr>
          <p:cNvGrpSpPr/>
          <p:nvPr/>
        </p:nvGrpSpPr>
        <p:grpSpPr>
          <a:xfrm>
            <a:off x="1745690" y="5757247"/>
            <a:ext cx="575999" cy="576000"/>
            <a:chOff x="2310240" y="5054955"/>
            <a:chExt cx="575999" cy="576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985C081-0A65-B0E0-5BCB-F0A7CC2D59A9}"/>
                </a:ext>
              </a:extLst>
            </p:cNvPr>
            <p:cNvSpPr/>
            <p:nvPr/>
          </p:nvSpPr>
          <p:spPr>
            <a:xfrm>
              <a:off x="2310240" y="5054955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10D4DD7-EBE6-1201-8AC7-A493A1451F75}"/>
                </a:ext>
              </a:extLst>
            </p:cNvPr>
            <p:cNvSpPr txBox="1"/>
            <p:nvPr/>
          </p:nvSpPr>
          <p:spPr>
            <a:xfrm>
              <a:off x="2449915" y="5184226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BF1043B-E5D8-6376-E481-52051867DA49}"/>
              </a:ext>
            </a:extLst>
          </p:cNvPr>
          <p:cNvGrpSpPr/>
          <p:nvPr/>
        </p:nvGrpSpPr>
        <p:grpSpPr>
          <a:xfrm>
            <a:off x="2795138" y="5751988"/>
            <a:ext cx="576000" cy="576000"/>
            <a:chOff x="3859213" y="5054954"/>
            <a:chExt cx="576000" cy="576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98A87F2-9403-EC08-0C20-4AF7938AA085}"/>
                </a:ext>
              </a:extLst>
            </p:cNvPr>
            <p:cNvSpPr/>
            <p:nvPr/>
          </p:nvSpPr>
          <p:spPr>
            <a:xfrm>
              <a:off x="3859213" y="5054954"/>
              <a:ext cx="576000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8B45630-4784-0611-FBA7-DE1AC9DE45C2}"/>
                </a:ext>
              </a:extLst>
            </p:cNvPr>
            <p:cNvSpPr txBox="1"/>
            <p:nvPr/>
          </p:nvSpPr>
          <p:spPr>
            <a:xfrm>
              <a:off x="4043567" y="5184225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96312463-FE40-4872-6F6C-C2192B489CDC}"/>
              </a:ext>
            </a:extLst>
          </p:cNvPr>
          <p:cNvSpPr txBox="1"/>
          <p:nvPr/>
        </p:nvSpPr>
        <p:spPr>
          <a:xfrm>
            <a:off x="970141" y="5158164"/>
            <a:ext cx="484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70F3071-B696-8788-41CA-905A34DBDF09}"/>
              </a:ext>
            </a:extLst>
          </p:cNvPr>
          <p:cNvSpPr txBox="1"/>
          <p:nvPr/>
        </p:nvSpPr>
        <p:spPr>
          <a:xfrm>
            <a:off x="2012786" y="5154027"/>
            <a:ext cx="395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352A68F-77E4-F0DE-EC9E-12212CE03311}"/>
              </a:ext>
            </a:extLst>
          </p:cNvPr>
          <p:cNvSpPr txBox="1"/>
          <p:nvPr/>
        </p:nvSpPr>
        <p:spPr>
          <a:xfrm>
            <a:off x="3055499" y="5158164"/>
            <a:ext cx="361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AC43F77-D0F6-9CEF-7099-AF5910B42EFF}"/>
              </a:ext>
            </a:extLst>
          </p:cNvPr>
          <p:cNvSpPr txBox="1"/>
          <p:nvPr/>
        </p:nvSpPr>
        <p:spPr>
          <a:xfrm>
            <a:off x="5650447" y="5149195"/>
            <a:ext cx="689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432A4CD-D718-D117-5AEA-FCC6C98943DD}"/>
              </a:ext>
            </a:extLst>
          </p:cNvPr>
          <p:cNvCxnSpPr>
            <a:cxnSpLocks/>
            <a:stCxn id="56" idx="1"/>
            <a:endCxn id="4" idx="3"/>
          </p:cNvCxnSpPr>
          <p:nvPr/>
        </p:nvCxnSpPr>
        <p:spPr>
          <a:xfrm flipV="1">
            <a:off x="792678" y="3512003"/>
            <a:ext cx="7" cy="232959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A36A228-BCF4-C83A-EF58-1DB410171796}"/>
              </a:ext>
            </a:extLst>
          </p:cNvPr>
          <p:cNvCxnSpPr>
            <a:cxnSpLocks/>
            <a:stCxn id="61" idx="1"/>
            <a:endCxn id="8" idx="3"/>
          </p:cNvCxnSpPr>
          <p:nvPr/>
        </p:nvCxnSpPr>
        <p:spPr>
          <a:xfrm flipV="1">
            <a:off x="1830043" y="3512001"/>
            <a:ext cx="6045" cy="232959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1DFA5F7-F0D2-B05C-44A7-DAED5E6443A5}"/>
              </a:ext>
            </a:extLst>
          </p:cNvPr>
          <p:cNvCxnSpPr>
            <a:cxnSpLocks/>
            <a:stCxn id="65" idx="1"/>
            <a:endCxn id="11" idx="3"/>
          </p:cNvCxnSpPr>
          <p:nvPr/>
        </p:nvCxnSpPr>
        <p:spPr>
          <a:xfrm flipV="1">
            <a:off x="2879491" y="3512000"/>
            <a:ext cx="0" cy="232434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5BD9141F-DB76-A7B5-4108-3960B76A68D3}"/>
              </a:ext>
            </a:extLst>
          </p:cNvPr>
          <p:cNvSpPr txBox="1"/>
          <p:nvPr/>
        </p:nvSpPr>
        <p:spPr>
          <a:xfrm>
            <a:off x="1449744" y="5131936"/>
            <a:ext cx="446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50C9E2A-BE36-C1AF-67EB-A889276B9665}"/>
              </a:ext>
            </a:extLst>
          </p:cNvPr>
          <p:cNvSpPr txBox="1"/>
          <p:nvPr/>
        </p:nvSpPr>
        <p:spPr>
          <a:xfrm>
            <a:off x="2549140" y="5158164"/>
            <a:ext cx="3616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466F2018-2D40-0B5E-CE21-D3358764F474}"/>
              </a:ext>
            </a:extLst>
          </p:cNvPr>
          <p:cNvCxnSpPr>
            <a:cxnSpLocks/>
            <a:stCxn id="8" idx="4"/>
            <a:endCxn id="61" idx="0"/>
          </p:cNvCxnSpPr>
          <p:nvPr/>
        </p:nvCxnSpPr>
        <p:spPr>
          <a:xfrm flipH="1">
            <a:off x="2033690" y="3596354"/>
            <a:ext cx="6045" cy="2160893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4A2DE3A-5A6C-6953-D8A6-031C7D6FC10B}"/>
              </a:ext>
            </a:extLst>
          </p:cNvPr>
          <p:cNvCxnSpPr>
            <a:cxnSpLocks/>
          </p:cNvCxnSpPr>
          <p:nvPr/>
        </p:nvCxnSpPr>
        <p:spPr>
          <a:xfrm flipH="1">
            <a:off x="996325" y="3751413"/>
            <a:ext cx="7" cy="216089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B510815-EFE2-A668-59F0-8B6ECD69CB81}"/>
              </a:ext>
            </a:extLst>
          </p:cNvPr>
          <p:cNvCxnSpPr>
            <a:cxnSpLocks/>
            <a:stCxn id="11" idx="4"/>
            <a:endCxn id="65" idx="0"/>
          </p:cNvCxnSpPr>
          <p:nvPr/>
        </p:nvCxnSpPr>
        <p:spPr>
          <a:xfrm>
            <a:off x="3083138" y="3596353"/>
            <a:ext cx="0" cy="215563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BE26651-CB18-16B5-F54B-73AC908EA95E}"/>
              </a:ext>
            </a:extLst>
          </p:cNvPr>
          <p:cNvGrpSpPr/>
          <p:nvPr/>
        </p:nvGrpSpPr>
        <p:grpSpPr>
          <a:xfrm>
            <a:off x="3394785" y="1535069"/>
            <a:ext cx="575999" cy="576000"/>
            <a:chOff x="2292594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93E078AD-6CB2-9CD4-E6C7-C4DA4A80AF3A}"/>
                </a:ext>
              </a:extLst>
            </p:cNvPr>
            <p:cNvSpPr/>
            <p:nvPr/>
          </p:nvSpPr>
          <p:spPr>
            <a:xfrm>
              <a:off x="2292594" y="1019175"/>
              <a:ext cx="366273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4C0FFF7-B140-7DB0-EC8B-91395728FD49}"/>
                </a:ext>
              </a:extLst>
            </p:cNvPr>
            <p:cNvSpPr txBox="1"/>
            <p:nvPr/>
          </p:nvSpPr>
          <p:spPr>
            <a:xfrm flipH="1">
              <a:off x="2391379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</a:t>
              </a:r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146CB9C-716E-3AA0-C54C-8DD50F227C6A}"/>
              </a:ext>
            </a:extLst>
          </p:cNvPr>
          <p:cNvCxnSpPr>
            <a:cxnSpLocks/>
            <a:stCxn id="11" idx="0"/>
            <a:endCxn id="124" idx="4"/>
          </p:cNvCxnSpPr>
          <p:nvPr/>
        </p:nvCxnSpPr>
        <p:spPr>
          <a:xfrm flipV="1">
            <a:off x="3083138" y="2111069"/>
            <a:ext cx="599647" cy="909284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CFCBF25-3475-EC4A-3BAD-C555E3932FB4}"/>
              </a:ext>
            </a:extLst>
          </p:cNvPr>
          <p:cNvCxnSpPr>
            <a:cxnSpLocks/>
            <a:stCxn id="4" idx="0"/>
            <a:endCxn id="124" idx="2"/>
          </p:cNvCxnSpPr>
          <p:nvPr/>
        </p:nvCxnSpPr>
        <p:spPr>
          <a:xfrm flipV="1">
            <a:off x="996326" y="1823069"/>
            <a:ext cx="2398459" cy="119728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D1BDCE0-BB2F-1082-EA77-EBC16958B2F1}"/>
              </a:ext>
            </a:extLst>
          </p:cNvPr>
          <p:cNvCxnSpPr>
            <a:cxnSpLocks/>
            <a:stCxn id="8" idx="0"/>
            <a:endCxn id="124" idx="3"/>
          </p:cNvCxnSpPr>
          <p:nvPr/>
        </p:nvCxnSpPr>
        <p:spPr>
          <a:xfrm flipV="1">
            <a:off x="2039735" y="2026716"/>
            <a:ext cx="1439403" cy="993638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B1ED624-7EF6-1B88-82BF-A84848428870}"/>
              </a:ext>
            </a:extLst>
          </p:cNvPr>
          <p:cNvCxnSpPr>
            <a:cxnSpLocks/>
            <a:stCxn id="15" idx="0"/>
            <a:endCxn id="124" idx="6"/>
          </p:cNvCxnSpPr>
          <p:nvPr/>
        </p:nvCxnSpPr>
        <p:spPr>
          <a:xfrm flipH="1" flipV="1">
            <a:off x="3970784" y="1823069"/>
            <a:ext cx="1227359" cy="120309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9CD8D4F7-01D5-9CE4-8EE3-8AC7084DCA49}"/>
              </a:ext>
            </a:extLst>
          </p:cNvPr>
          <p:cNvSpPr txBox="1"/>
          <p:nvPr/>
        </p:nvSpPr>
        <p:spPr>
          <a:xfrm>
            <a:off x="1770842" y="2136619"/>
            <a:ext cx="550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E4A600D-EF80-0C16-84D3-6DD6DA7610BE}"/>
              </a:ext>
            </a:extLst>
          </p:cNvPr>
          <p:cNvSpPr txBox="1"/>
          <p:nvPr/>
        </p:nvSpPr>
        <p:spPr>
          <a:xfrm>
            <a:off x="2485878" y="2136619"/>
            <a:ext cx="502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7218951-9B56-0CF5-5B19-D78E7306F354}"/>
              </a:ext>
            </a:extLst>
          </p:cNvPr>
          <p:cNvSpPr txBox="1"/>
          <p:nvPr/>
        </p:nvSpPr>
        <p:spPr>
          <a:xfrm>
            <a:off x="3094850" y="2136619"/>
            <a:ext cx="403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DDE421D-6F11-7DE1-04C5-C5463F7577FF}"/>
              </a:ext>
            </a:extLst>
          </p:cNvPr>
          <p:cNvSpPr txBox="1"/>
          <p:nvPr/>
        </p:nvSpPr>
        <p:spPr>
          <a:xfrm>
            <a:off x="4487612" y="2136619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Xtest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B564359-1922-F56A-7654-EECB56FB6301}"/>
              </a:ext>
            </a:extLst>
          </p:cNvPr>
          <p:cNvCxnSpPr>
            <a:cxnSpLocks/>
            <a:stCxn id="47" idx="7"/>
            <a:endCxn id="15" idx="2"/>
          </p:cNvCxnSpPr>
          <p:nvPr/>
        </p:nvCxnSpPr>
        <p:spPr>
          <a:xfrm flipV="1">
            <a:off x="4330187" y="3314161"/>
            <a:ext cx="579957" cy="800681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C2B4E8B-2CC8-43FB-25B0-C264B6E6662D}"/>
              </a:ext>
            </a:extLst>
          </p:cNvPr>
          <p:cNvSpPr txBox="1"/>
          <p:nvPr/>
        </p:nvSpPr>
        <p:spPr>
          <a:xfrm>
            <a:off x="4362033" y="3507136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π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B25457-C5D2-DBB3-929D-645FC1FED2B0}"/>
              </a:ext>
            </a:extLst>
          </p:cNvPr>
          <p:cNvGrpSpPr/>
          <p:nvPr/>
        </p:nvGrpSpPr>
        <p:grpSpPr>
          <a:xfrm>
            <a:off x="5981744" y="3019627"/>
            <a:ext cx="635630" cy="576000"/>
            <a:chOff x="1659284" y="1019175"/>
            <a:chExt cx="404191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F74B390-63A7-5C57-3933-6C7700BE062C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7B0395-9E1E-546F-26B7-17CB0CF24D2B}"/>
                </a:ext>
              </a:extLst>
            </p:cNvPr>
            <p:cNvSpPr txBox="1"/>
            <p:nvPr/>
          </p:nvSpPr>
          <p:spPr>
            <a:xfrm>
              <a:off x="1681340" y="1149172"/>
              <a:ext cx="38213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treat</a:t>
              </a:r>
              <a:endParaRPr lang="en-US" sz="1600" baseline="-250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4BB99C1-B8E3-63F2-91E3-309390AE908C}"/>
              </a:ext>
            </a:extLst>
          </p:cNvPr>
          <p:cNvSpPr txBox="1"/>
          <p:nvPr/>
        </p:nvSpPr>
        <p:spPr>
          <a:xfrm>
            <a:off x="5449054" y="3474383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θ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0795560-CB7B-4932-CE85-BFF93EE10E16}"/>
              </a:ext>
            </a:extLst>
          </p:cNvPr>
          <p:cNvCxnSpPr>
            <a:cxnSpLocks/>
            <a:stCxn id="15" idx="5"/>
            <a:endCxn id="22" idx="0"/>
          </p:cNvCxnSpPr>
          <p:nvPr/>
        </p:nvCxnSpPr>
        <p:spPr>
          <a:xfrm>
            <a:off x="5401789" y="3517808"/>
            <a:ext cx="243495" cy="542075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989643C-0575-9C0B-050B-5287EBCF6508}"/>
              </a:ext>
            </a:extLst>
          </p:cNvPr>
          <p:cNvCxnSpPr>
            <a:cxnSpLocks/>
            <a:stCxn id="13" idx="0"/>
            <a:endCxn id="124" idx="7"/>
          </p:cNvCxnSpPr>
          <p:nvPr/>
        </p:nvCxnSpPr>
        <p:spPr>
          <a:xfrm flipH="1" flipV="1">
            <a:off x="3886431" y="1619422"/>
            <a:ext cx="2383313" cy="140020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222F2C9-4303-BA30-D0DD-D46C8DF9296D}"/>
              </a:ext>
            </a:extLst>
          </p:cNvPr>
          <p:cNvSpPr txBox="1"/>
          <p:nvPr/>
        </p:nvSpPr>
        <p:spPr>
          <a:xfrm>
            <a:off x="5166456" y="2136619"/>
            <a:ext cx="776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DD85E30-1337-EEA6-258A-39C5DBF3E5F9}"/>
              </a:ext>
            </a:extLst>
          </p:cNvPr>
          <p:cNvGrpSpPr/>
          <p:nvPr/>
        </p:nvGrpSpPr>
        <p:grpSpPr>
          <a:xfrm>
            <a:off x="3838542" y="4030489"/>
            <a:ext cx="580963" cy="576000"/>
            <a:chOff x="1659284" y="1019175"/>
            <a:chExt cx="369430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C7C7616-F50C-354B-D34E-C683BB5283ED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FD931C0-18E9-0021-D7C4-CD507DF1CAD0}"/>
                </a:ext>
              </a:extLst>
            </p:cNvPr>
            <p:cNvSpPr txBox="1"/>
            <p:nvPr/>
          </p:nvSpPr>
          <p:spPr>
            <a:xfrm>
              <a:off x="1676525" y="1161355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FN</a:t>
              </a:r>
              <a:endParaRPr lang="en-US" sz="1600" dirty="0"/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85EB895-D961-0B8E-9FAB-CE37E2F3E33B}"/>
              </a:ext>
            </a:extLst>
          </p:cNvPr>
          <p:cNvCxnSpPr>
            <a:cxnSpLocks/>
            <a:stCxn id="15" idx="3"/>
            <a:endCxn id="48" idx="3"/>
          </p:cNvCxnSpPr>
          <p:nvPr/>
        </p:nvCxnSpPr>
        <p:spPr>
          <a:xfrm flipH="1">
            <a:off x="4419505" y="3517808"/>
            <a:ext cx="574992" cy="824138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0570DA6-C28B-B3E4-295A-B31C68E47E49}"/>
              </a:ext>
            </a:extLst>
          </p:cNvPr>
          <p:cNvSpPr txBox="1"/>
          <p:nvPr/>
        </p:nvSpPr>
        <p:spPr>
          <a:xfrm>
            <a:off x="4568250" y="3911357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613FDCF-D547-1ACE-C146-1428F84A5AE9}"/>
              </a:ext>
            </a:extLst>
          </p:cNvPr>
          <p:cNvCxnSpPr>
            <a:cxnSpLocks/>
            <a:stCxn id="47" idx="4"/>
            <a:endCxn id="65" idx="7"/>
          </p:cNvCxnSpPr>
          <p:nvPr/>
        </p:nvCxnSpPr>
        <p:spPr>
          <a:xfrm flipH="1">
            <a:off x="3286785" y="4606489"/>
            <a:ext cx="839756" cy="122985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D543AA8-AD88-8936-E933-F4346CBCF067}"/>
              </a:ext>
            </a:extLst>
          </p:cNvPr>
          <p:cNvCxnSpPr>
            <a:cxnSpLocks/>
            <a:stCxn id="47" idx="0"/>
            <a:endCxn id="124" idx="4"/>
          </p:cNvCxnSpPr>
          <p:nvPr/>
        </p:nvCxnSpPr>
        <p:spPr>
          <a:xfrm flipH="1" flipV="1">
            <a:off x="3682785" y="2111069"/>
            <a:ext cx="443756" cy="191942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99BA39AE-C5D7-E496-5ABA-5F2D78AD2734}"/>
              </a:ext>
            </a:extLst>
          </p:cNvPr>
          <p:cNvSpPr txBox="1"/>
          <p:nvPr/>
        </p:nvSpPr>
        <p:spPr>
          <a:xfrm>
            <a:off x="3356946" y="2630990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4227454-012C-9FB2-3570-4B5BEE596688}"/>
              </a:ext>
            </a:extLst>
          </p:cNvPr>
          <p:cNvSpPr txBox="1"/>
          <p:nvPr/>
        </p:nvSpPr>
        <p:spPr>
          <a:xfrm>
            <a:off x="3622901" y="5173570"/>
            <a:ext cx="589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E53812-8BB6-8F2E-6230-E057BF45FF96}"/>
              </a:ext>
            </a:extLst>
          </p:cNvPr>
          <p:cNvSpPr/>
          <p:nvPr/>
        </p:nvSpPr>
        <p:spPr>
          <a:xfrm>
            <a:off x="5357285" y="4059883"/>
            <a:ext cx="575998" cy="57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411B41-1B4D-E0B9-8211-602B872A3CFC}"/>
              </a:ext>
            </a:extLst>
          </p:cNvPr>
          <p:cNvSpPr txBox="1"/>
          <p:nvPr/>
        </p:nvSpPr>
        <p:spPr>
          <a:xfrm>
            <a:off x="5392781" y="4183405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1</a:t>
            </a:r>
            <a:endParaRPr lang="en-US" sz="1600" baseline="-250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4A13594-3E72-51D9-BC9A-662A3F6776BB}"/>
              </a:ext>
            </a:extLst>
          </p:cNvPr>
          <p:cNvCxnSpPr>
            <a:cxnSpLocks/>
            <a:stCxn id="13" idx="3"/>
            <a:endCxn id="22" idx="7"/>
          </p:cNvCxnSpPr>
          <p:nvPr/>
        </p:nvCxnSpPr>
        <p:spPr>
          <a:xfrm flipH="1">
            <a:off x="5848930" y="3511274"/>
            <a:ext cx="217167" cy="63296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C92F98D-E677-E951-2298-964C184B577F}"/>
              </a:ext>
            </a:extLst>
          </p:cNvPr>
          <p:cNvSpPr txBox="1"/>
          <p:nvPr/>
        </p:nvSpPr>
        <p:spPr>
          <a:xfrm>
            <a:off x="5928251" y="3623572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7AB278A6-4E08-1B8A-931C-ECF4E8CB4585}"/>
              </a:ext>
            </a:extLst>
          </p:cNvPr>
          <p:cNvCxnSpPr>
            <a:cxnSpLocks/>
          </p:cNvCxnSpPr>
          <p:nvPr/>
        </p:nvCxnSpPr>
        <p:spPr>
          <a:xfrm rot="5400000">
            <a:off x="2260916" y="232446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BBE30DA8-20C6-1D42-5EEF-DBB9DA17439E}"/>
              </a:ext>
            </a:extLst>
          </p:cNvPr>
          <p:cNvSpPr/>
          <p:nvPr/>
        </p:nvSpPr>
        <p:spPr>
          <a:xfrm>
            <a:off x="5978435" y="1762032"/>
            <a:ext cx="575998" cy="57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F9F933-BE6F-A99D-ACFB-34F025971BA0}"/>
              </a:ext>
            </a:extLst>
          </p:cNvPr>
          <p:cNvSpPr txBox="1"/>
          <p:nvPr/>
        </p:nvSpPr>
        <p:spPr>
          <a:xfrm>
            <a:off x="6003992" y="1872899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2</a:t>
            </a:r>
            <a:endParaRPr lang="en-US" sz="1600" baseline="-250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85BBDFA-C24A-CE5D-B040-8C7FD085F530}"/>
              </a:ext>
            </a:extLst>
          </p:cNvPr>
          <p:cNvCxnSpPr>
            <a:cxnSpLocks/>
            <a:stCxn id="71" idx="4"/>
            <a:endCxn id="13" idx="0"/>
          </p:cNvCxnSpPr>
          <p:nvPr/>
        </p:nvCxnSpPr>
        <p:spPr>
          <a:xfrm>
            <a:off x="6266434" y="2338032"/>
            <a:ext cx="3310" cy="681595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43529C3-A834-EC36-D854-5ABAC4ECB548}"/>
              </a:ext>
            </a:extLst>
          </p:cNvPr>
          <p:cNvSpPr txBox="1"/>
          <p:nvPr/>
        </p:nvSpPr>
        <p:spPr>
          <a:xfrm>
            <a:off x="5999737" y="1131560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13E4DE2-729A-B2DE-769F-A79BCB9774DB}"/>
              </a:ext>
            </a:extLst>
          </p:cNvPr>
          <p:cNvSpPr txBox="1"/>
          <p:nvPr/>
        </p:nvSpPr>
        <p:spPr>
          <a:xfrm>
            <a:off x="3974424" y="2617782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D0D10CC-415D-2D31-A09B-2D45509CB8E3}"/>
              </a:ext>
            </a:extLst>
          </p:cNvPr>
          <p:cNvSpPr txBox="1"/>
          <p:nvPr/>
        </p:nvSpPr>
        <p:spPr>
          <a:xfrm>
            <a:off x="5180972" y="1601246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T2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3725AD7-34B7-3EA6-A775-D65F27562746}"/>
              </a:ext>
            </a:extLst>
          </p:cNvPr>
          <p:cNvCxnSpPr>
            <a:cxnSpLocks/>
            <a:stCxn id="71" idx="2"/>
            <a:endCxn id="124" idx="7"/>
          </p:cNvCxnSpPr>
          <p:nvPr/>
        </p:nvCxnSpPr>
        <p:spPr>
          <a:xfrm flipH="1" flipV="1">
            <a:off x="3886431" y="1619422"/>
            <a:ext cx="2092004" cy="43061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8" name="Table 127">
            <a:extLst>
              <a:ext uri="{FF2B5EF4-FFF2-40B4-BE49-F238E27FC236}">
                <a16:creationId xmlns:a16="http://schemas.microsoft.com/office/drawing/2014/main" id="{A31E5414-BF65-2406-C29C-64A7C76FE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111993"/>
              </p:ext>
            </p:extLst>
          </p:nvPr>
        </p:nvGraphicFramePr>
        <p:xfrm>
          <a:off x="7075061" y="229320"/>
          <a:ext cx="4838350" cy="643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05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05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05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 difficile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05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T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transferred (general ward 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 side room)</a:t>
                      </a: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427492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0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Suspected cases identification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τ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transfer rate (general ward 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 side room)</a:t>
                      </a: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205291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Discharge rates (no discharges from T</a:t>
                      </a:r>
                      <a:r>
                        <a:rPr lang="en-GB" sz="105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</a:t>
                      </a:r>
                      <a:r>
                        <a:rPr lang="en-GB" sz="105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 </a:t>
                      </a:r>
                      <a:r>
                        <a:rPr lang="en-GB" sz="105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GB" sz="105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130" name="Oval 129">
            <a:extLst>
              <a:ext uri="{FF2B5EF4-FFF2-40B4-BE49-F238E27FC236}">
                <a16:creationId xmlns:a16="http://schemas.microsoft.com/office/drawing/2014/main" id="{84476416-91A0-6583-395D-EDFB46C45E79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BD8AC23F-A07A-3B7F-F20F-D106298E4076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A2B48E11-8F80-D229-1468-86E5C7D46CD9}"/>
              </a:ext>
            </a:extLst>
          </p:cNvPr>
          <p:cNvCxnSpPr>
            <a:cxnSpLocks/>
          </p:cNvCxnSpPr>
          <p:nvPr/>
        </p:nvCxnSpPr>
        <p:spPr>
          <a:xfrm>
            <a:off x="7126491" y="926067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5D395FFE-EA68-F61F-E872-2AF411472AE2}"/>
              </a:ext>
            </a:extLst>
          </p:cNvPr>
          <p:cNvCxnSpPr>
            <a:cxnSpLocks/>
          </p:cNvCxnSpPr>
          <p:nvPr/>
        </p:nvCxnSpPr>
        <p:spPr>
          <a:xfrm>
            <a:off x="7136675" y="1177051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651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227D3-A2A0-D3A6-31B1-190F8437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4C0AEB7B-B17A-E6AE-803D-6A3E076587C6}"/>
              </a:ext>
            </a:extLst>
          </p:cNvPr>
          <p:cNvCxnSpPr>
            <a:cxnSpLocks/>
            <a:stCxn id="22" idx="2"/>
            <a:endCxn id="124" idx="5"/>
          </p:cNvCxnSpPr>
          <p:nvPr/>
        </p:nvCxnSpPr>
        <p:spPr>
          <a:xfrm flipH="1" flipV="1">
            <a:off x="3886431" y="2026716"/>
            <a:ext cx="1508079" cy="244950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09D93E3-E880-567E-170E-8C71AEC18E5A}"/>
              </a:ext>
            </a:extLst>
          </p:cNvPr>
          <p:cNvSpPr txBox="1"/>
          <p:nvPr/>
        </p:nvSpPr>
        <p:spPr>
          <a:xfrm>
            <a:off x="0" y="149451"/>
            <a:ext cx="6919083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3: Isolate suspected and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test</a:t>
            </a:r>
            <a:r>
              <a:rPr lang="en-GB" sz="1400" dirty="0"/>
              <a:t>,  </a:t>
            </a:r>
            <a:r>
              <a:rPr lang="en-GB" sz="1400" dirty="0" err="1"/>
              <a:t>X</a:t>
            </a:r>
            <a:r>
              <a:rPr lang="en-GB" sz="1400" baseline="-25000" dirty="0" err="1"/>
              <a:t>treat</a:t>
            </a:r>
            <a:r>
              <a:rPr lang="en-GB" sz="1400" dirty="0"/>
              <a:t>, T</a:t>
            </a:r>
            <a:r>
              <a:rPr lang="en-GB" sz="1400" baseline="-25000" dirty="0"/>
              <a:t>4</a:t>
            </a:r>
            <a:r>
              <a:rPr lang="en-GB" sz="1400" dirty="0"/>
              <a:t> and T</a:t>
            </a:r>
            <a:r>
              <a:rPr lang="en-GB" sz="1400" baseline="-25000" dirty="0"/>
              <a:t>5</a:t>
            </a:r>
            <a:r>
              <a:rPr lang="en-GB" sz="1400" dirty="0"/>
              <a:t> patients are in a side room or IPC cohort (isolated)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other patients are on a general ward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D8DE4123-94DB-205A-8DC9-A59404676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137902"/>
              </p:ext>
            </p:extLst>
          </p:nvPr>
        </p:nvGraphicFramePr>
        <p:xfrm>
          <a:off x="7075061" y="229320"/>
          <a:ext cx="4838350" cy="643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05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05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05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 difficile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05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T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transferred (general ward 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 side room)</a:t>
                      </a: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427492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0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Suspected cases identification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τ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transfer rate (general ward 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 side room)</a:t>
                      </a: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205291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Discharge rates (no discharges from T</a:t>
                      </a:r>
                      <a:r>
                        <a:rPr lang="en-GB" sz="105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</a:t>
                      </a:r>
                      <a:r>
                        <a:rPr lang="en-GB" sz="105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 </a:t>
                      </a:r>
                      <a:r>
                        <a:rPr lang="en-GB" sz="105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GB" sz="105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F7D35998-E91D-2998-9405-910AEB8A5546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DED7CA4-FE8F-99B5-67FE-E6A6047D9431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B1671A-47F4-7C9B-E680-C578176F283C}"/>
              </a:ext>
            </a:extLst>
          </p:cNvPr>
          <p:cNvCxnSpPr>
            <a:cxnSpLocks/>
          </p:cNvCxnSpPr>
          <p:nvPr/>
        </p:nvCxnSpPr>
        <p:spPr>
          <a:xfrm>
            <a:off x="7126491" y="926067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C12941-918B-06C4-8CF5-7BED3FA2C629}"/>
              </a:ext>
            </a:extLst>
          </p:cNvPr>
          <p:cNvCxnSpPr>
            <a:cxnSpLocks/>
          </p:cNvCxnSpPr>
          <p:nvPr/>
        </p:nvCxnSpPr>
        <p:spPr>
          <a:xfrm>
            <a:off x="7136675" y="1177051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0D5DCDC-CBC8-74A7-4699-9072F7034F5F}"/>
              </a:ext>
            </a:extLst>
          </p:cNvPr>
          <p:cNvSpPr txBox="1"/>
          <p:nvPr/>
        </p:nvSpPr>
        <p:spPr>
          <a:xfrm>
            <a:off x="4972614" y="6072509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1683F64-63D1-E7FE-4E8B-F7114E5E1ED5}"/>
              </a:ext>
            </a:extLst>
          </p:cNvPr>
          <p:cNvSpPr txBox="1"/>
          <p:nvPr/>
        </p:nvSpPr>
        <p:spPr>
          <a:xfrm>
            <a:off x="469571" y="5096152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359796-F98C-5ADF-1069-043F76AF58DD}"/>
              </a:ext>
            </a:extLst>
          </p:cNvPr>
          <p:cNvSpPr/>
          <p:nvPr/>
        </p:nvSpPr>
        <p:spPr>
          <a:xfrm>
            <a:off x="535432" y="975898"/>
            <a:ext cx="6156529" cy="41202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C5C6B7-4259-9843-C946-664FA3523DA6}"/>
              </a:ext>
            </a:extLst>
          </p:cNvPr>
          <p:cNvGrpSpPr/>
          <p:nvPr/>
        </p:nvGrpSpPr>
        <p:grpSpPr>
          <a:xfrm>
            <a:off x="708332" y="3020356"/>
            <a:ext cx="575999" cy="576000"/>
            <a:chOff x="2181846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B47F40B-A0CA-0E06-CCF5-84A4B6A6A854}"/>
                </a:ext>
              </a:extLst>
            </p:cNvPr>
            <p:cNvSpPr/>
            <p:nvPr/>
          </p:nvSpPr>
          <p:spPr>
            <a:xfrm>
              <a:off x="2181846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1EDA1A-6F37-C5C3-61C1-C3DB6CB1E004}"/>
                </a:ext>
              </a:extLst>
            </p:cNvPr>
            <p:cNvSpPr txBox="1"/>
            <p:nvPr/>
          </p:nvSpPr>
          <p:spPr>
            <a:xfrm flipH="1">
              <a:off x="2273076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S</a:t>
              </a:r>
              <a:endParaRPr lang="en-US" sz="16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F46BCA5-58EF-8C3B-A35D-C1344CFFFE34}"/>
              </a:ext>
            </a:extLst>
          </p:cNvPr>
          <p:cNvGrpSpPr/>
          <p:nvPr/>
        </p:nvGrpSpPr>
        <p:grpSpPr>
          <a:xfrm>
            <a:off x="1751735" y="3020354"/>
            <a:ext cx="575999" cy="576000"/>
            <a:chOff x="2370102" y="2176637"/>
            <a:chExt cx="575999" cy="576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64B2D35-99DF-AA6C-3412-4C197F79FFA4}"/>
                </a:ext>
              </a:extLst>
            </p:cNvPr>
            <p:cNvSpPr/>
            <p:nvPr/>
          </p:nvSpPr>
          <p:spPr>
            <a:xfrm>
              <a:off x="2370102" y="2176637"/>
              <a:ext cx="575999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9F4DC-610A-62C0-9E67-1430FB478E95}"/>
                </a:ext>
              </a:extLst>
            </p:cNvPr>
            <p:cNvSpPr txBox="1"/>
            <p:nvPr/>
          </p:nvSpPr>
          <p:spPr>
            <a:xfrm>
              <a:off x="2509777" y="2305908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C</a:t>
              </a:r>
              <a:endParaRPr lang="en-US" sz="16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916471F-9C32-CE63-1C2F-FCC2CCC3B174}"/>
              </a:ext>
            </a:extLst>
          </p:cNvPr>
          <p:cNvGrpSpPr/>
          <p:nvPr/>
        </p:nvGrpSpPr>
        <p:grpSpPr>
          <a:xfrm>
            <a:off x="2795138" y="3020353"/>
            <a:ext cx="576000" cy="576000"/>
            <a:chOff x="5405530" y="2176637"/>
            <a:chExt cx="576000" cy="576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F9EE2F2-7B2F-7C09-2887-1477CF17ACCC}"/>
                </a:ext>
              </a:extLst>
            </p:cNvPr>
            <p:cNvSpPr/>
            <p:nvPr/>
          </p:nvSpPr>
          <p:spPr>
            <a:xfrm>
              <a:off x="5405530" y="2176637"/>
              <a:ext cx="576000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2177C9-3E51-9AC0-1BE3-F6AD106FE0D5}"/>
                </a:ext>
              </a:extLst>
            </p:cNvPr>
            <p:cNvSpPr txBox="1"/>
            <p:nvPr/>
          </p:nvSpPr>
          <p:spPr>
            <a:xfrm>
              <a:off x="5589884" y="2305908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I</a:t>
              </a:r>
              <a:endParaRPr lang="en-US" sz="1600" dirty="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778083-32A9-2E25-2F2D-8E99A183B913}"/>
              </a:ext>
            </a:extLst>
          </p:cNvPr>
          <p:cNvCxnSpPr>
            <a:cxnSpLocks/>
            <a:stCxn id="4" idx="7"/>
            <a:endCxn id="8" idx="1"/>
          </p:cNvCxnSpPr>
          <p:nvPr/>
        </p:nvCxnSpPr>
        <p:spPr>
          <a:xfrm flipV="1">
            <a:off x="1199978" y="3104707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5CFAC28-1937-1DB3-7D62-03C35B7C9438}"/>
              </a:ext>
            </a:extLst>
          </p:cNvPr>
          <p:cNvCxnSpPr>
            <a:cxnSpLocks/>
            <a:stCxn id="8" idx="7"/>
            <a:endCxn id="11" idx="1"/>
          </p:cNvCxnSpPr>
          <p:nvPr/>
        </p:nvCxnSpPr>
        <p:spPr>
          <a:xfrm flipV="1">
            <a:off x="2243381" y="3104706"/>
            <a:ext cx="636110" cy="1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181924-E1B4-DAD6-274F-B86377E3B4CC}"/>
              </a:ext>
            </a:extLst>
          </p:cNvPr>
          <p:cNvSpPr txBox="1"/>
          <p:nvPr/>
        </p:nvSpPr>
        <p:spPr>
          <a:xfrm>
            <a:off x="2381413" y="3008532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812F35-9BA9-940D-1EE3-10CB4488BB76}"/>
              </a:ext>
            </a:extLst>
          </p:cNvPr>
          <p:cNvSpPr txBox="1"/>
          <p:nvPr/>
        </p:nvSpPr>
        <p:spPr>
          <a:xfrm>
            <a:off x="1375024" y="3043700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λ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FEF3695-BE19-D6DF-4F83-4B4F008F604E}"/>
              </a:ext>
            </a:extLst>
          </p:cNvPr>
          <p:cNvCxnSpPr>
            <a:cxnSpLocks/>
            <a:stCxn id="4" idx="5"/>
            <a:endCxn id="8" idx="3"/>
          </p:cNvCxnSpPr>
          <p:nvPr/>
        </p:nvCxnSpPr>
        <p:spPr>
          <a:xfrm flipV="1">
            <a:off x="1199978" y="3512001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D91E3FA-010B-E0F6-5B9A-EEE9998A1E3A}"/>
              </a:ext>
            </a:extLst>
          </p:cNvPr>
          <p:cNvSpPr txBox="1"/>
          <p:nvPr/>
        </p:nvSpPr>
        <p:spPr>
          <a:xfrm>
            <a:off x="1365150" y="3417850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μ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3297D-CF14-9BBB-4902-8E32470E04A0}"/>
              </a:ext>
            </a:extLst>
          </p:cNvPr>
          <p:cNvGrpSpPr/>
          <p:nvPr/>
        </p:nvGrpSpPr>
        <p:grpSpPr>
          <a:xfrm>
            <a:off x="4910144" y="3026161"/>
            <a:ext cx="604198" cy="576000"/>
            <a:chOff x="1659284" y="1019175"/>
            <a:chExt cx="384205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7276DBA-8652-2561-D55B-D33712B2A4F1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84FD56A-CCBB-31DF-97CF-EB1F6C629054}"/>
                </a:ext>
              </a:extLst>
            </p:cNvPr>
            <p:cNvSpPr txBox="1"/>
            <p:nvPr/>
          </p:nvSpPr>
          <p:spPr>
            <a:xfrm>
              <a:off x="1691300" y="1148446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test</a:t>
              </a:r>
              <a:endParaRPr lang="en-US" sz="1600" baseline="-25000" dirty="0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5E51F5-2E17-BFE5-C0E4-75CDBFF0A40F}"/>
              </a:ext>
            </a:extLst>
          </p:cNvPr>
          <p:cNvCxnSpPr>
            <a:cxnSpLocks/>
            <a:stCxn id="11" idx="7"/>
            <a:endCxn id="87" idx="1"/>
          </p:cNvCxnSpPr>
          <p:nvPr/>
        </p:nvCxnSpPr>
        <p:spPr>
          <a:xfrm>
            <a:off x="3286785" y="3104706"/>
            <a:ext cx="936640" cy="604783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8080C41-BAAE-CC0D-E093-EFF0DA44630D}"/>
              </a:ext>
            </a:extLst>
          </p:cNvPr>
          <p:cNvSpPr txBox="1"/>
          <p:nvPr/>
        </p:nvSpPr>
        <p:spPr>
          <a:xfrm>
            <a:off x="3764152" y="3447375"/>
            <a:ext cx="24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γ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198546AE-610F-2279-CDB5-47EB9C12FEEF}"/>
              </a:ext>
            </a:extLst>
          </p:cNvPr>
          <p:cNvCxnSpPr>
            <a:cxnSpLocks/>
            <a:stCxn id="127" idx="0"/>
            <a:endCxn id="4" idx="0"/>
          </p:cNvCxnSpPr>
          <p:nvPr/>
        </p:nvCxnSpPr>
        <p:spPr>
          <a:xfrm rot="16200000" flipH="1" flipV="1">
            <a:off x="3002221" y="-243857"/>
            <a:ext cx="1258324" cy="5270102"/>
          </a:xfrm>
          <a:prstGeom prst="bentConnector3">
            <a:avLst>
              <a:gd name="adj1" fmla="val -33333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29BFBE8-33BF-45CF-2CB5-874D9BF0A9D4}"/>
              </a:ext>
            </a:extLst>
          </p:cNvPr>
          <p:cNvSpPr txBox="1"/>
          <p:nvPr/>
        </p:nvSpPr>
        <p:spPr>
          <a:xfrm>
            <a:off x="6240113" y="2507496"/>
            <a:ext cx="276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27F86B9-FD42-7AAC-1178-16149904BD3A}"/>
              </a:ext>
            </a:extLst>
          </p:cNvPr>
          <p:cNvSpPr txBox="1"/>
          <p:nvPr/>
        </p:nvSpPr>
        <p:spPr>
          <a:xfrm>
            <a:off x="546115" y="992076"/>
            <a:ext cx="152265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Hospital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517A6E6-A31C-DE5C-EB92-4336283444DC}"/>
              </a:ext>
            </a:extLst>
          </p:cNvPr>
          <p:cNvSpPr/>
          <p:nvPr/>
        </p:nvSpPr>
        <p:spPr>
          <a:xfrm>
            <a:off x="546115" y="5577901"/>
            <a:ext cx="6153573" cy="10398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47A1091-3175-6D1B-BE76-D26668972067}"/>
              </a:ext>
            </a:extLst>
          </p:cNvPr>
          <p:cNvGrpSpPr/>
          <p:nvPr/>
        </p:nvGrpSpPr>
        <p:grpSpPr>
          <a:xfrm>
            <a:off x="708325" y="5757243"/>
            <a:ext cx="575999" cy="576000"/>
            <a:chOff x="896085" y="5162305"/>
            <a:chExt cx="575999" cy="576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0964305-B691-4708-BCC1-804BCC2938CF}"/>
                </a:ext>
              </a:extLst>
            </p:cNvPr>
            <p:cNvSpPr/>
            <p:nvPr/>
          </p:nvSpPr>
          <p:spPr>
            <a:xfrm>
              <a:off x="896085" y="5162305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B8EA869-90A1-9643-8621-D8192980DB01}"/>
                </a:ext>
              </a:extLst>
            </p:cNvPr>
            <p:cNvSpPr txBox="1"/>
            <p:nvPr/>
          </p:nvSpPr>
          <p:spPr>
            <a:xfrm flipH="1">
              <a:off x="1051434" y="5275769"/>
              <a:ext cx="265206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E51E105-3729-4933-1E7A-4EF771CAF07D}"/>
              </a:ext>
            </a:extLst>
          </p:cNvPr>
          <p:cNvGrpSpPr/>
          <p:nvPr/>
        </p:nvGrpSpPr>
        <p:grpSpPr>
          <a:xfrm>
            <a:off x="1745690" y="5757243"/>
            <a:ext cx="575999" cy="576000"/>
            <a:chOff x="2310240" y="5162303"/>
            <a:chExt cx="575999" cy="576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471B8AB-84B7-D0B1-D544-7D8311A25A3A}"/>
                </a:ext>
              </a:extLst>
            </p:cNvPr>
            <p:cNvSpPr/>
            <p:nvPr/>
          </p:nvSpPr>
          <p:spPr>
            <a:xfrm>
              <a:off x="2310240" y="5162303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2965530-6398-C859-C800-FA52D4ACDF5D}"/>
                </a:ext>
              </a:extLst>
            </p:cNvPr>
            <p:cNvSpPr txBox="1"/>
            <p:nvPr/>
          </p:nvSpPr>
          <p:spPr>
            <a:xfrm>
              <a:off x="2449915" y="5291574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54A8C17-9BB5-6EF2-9E75-58A25FED0920}"/>
              </a:ext>
            </a:extLst>
          </p:cNvPr>
          <p:cNvGrpSpPr/>
          <p:nvPr/>
        </p:nvGrpSpPr>
        <p:grpSpPr>
          <a:xfrm>
            <a:off x="2795138" y="5751984"/>
            <a:ext cx="576000" cy="576000"/>
            <a:chOff x="3859213" y="5162302"/>
            <a:chExt cx="576000" cy="576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C46ECFA-AFBE-9758-62AA-F031A20A276A}"/>
                </a:ext>
              </a:extLst>
            </p:cNvPr>
            <p:cNvSpPr/>
            <p:nvPr/>
          </p:nvSpPr>
          <p:spPr>
            <a:xfrm>
              <a:off x="3859213" y="5162302"/>
              <a:ext cx="576000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C0B5E49-0C4F-5689-6AD0-DA5EBDB045AF}"/>
                </a:ext>
              </a:extLst>
            </p:cNvPr>
            <p:cNvSpPr txBox="1"/>
            <p:nvPr/>
          </p:nvSpPr>
          <p:spPr>
            <a:xfrm>
              <a:off x="4043567" y="5291573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77054DBC-CAA1-C5EF-5E11-E315CB5B1395}"/>
              </a:ext>
            </a:extLst>
          </p:cNvPr>
          <p:cNvSpPr txBox="1"/>
          <p:nvPr/>
        </p:nvSpPr>
        <p:spPr>
          <a:xfrm>
            <a:off x="970141" y="5122380"/>
            <a:ext cx="484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2E6D375-889A-A6B0-876B-445B8F4B3E83}"/>
              </a:ext>
            </a:extLst>
          </p:cNvPr>
          <p:cNvSpPr txBox="1"/>
          <p:nvPr/>
        </p:nvSpPr>
        <p:spPr>
          <a:xfrm>
            <a:off x="2012786" y="5118243"/>
            <a:ext cx="395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DE41129-CB8B-9B4C-9691-319D3221A35D}"/>
              </a:ext>
            </a:extLst>
          </p:cNvPr>
          <p:cNvSpPr txBox="1"/>
          <p:nvPr/>
        </p:nvSpPr>
        <p:spPr>
          <a:xfrm>
            <a:off x="3055499" y="5122380"/>
            <a:ext cx="361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A5DED6E-CD6F-85E5-C915-FF2D41E5FF6B}"/>
              </a:ext>
            </a:extLst>
          </p:cNvPr>
          <p:cNvSpPr txBox="1"/>
          <p:nvPr/>
        </p:nvSpPr>
        <p:spPr>
          <a:xfrm>
            <a:off x="5650447" y="5113411"/>
            <a:ext cx="689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A6CD2D5-ACB2-CCEC-DDD3-919B09AFD9FE}"/>
              </a:ext>
            </a:extLst>
          </p:cNvPr>
          <p:cNvCxnSpPr>
            <a:cxnSpLocks/>
            <a:stCxn id="56" idx="1"/>
            <a:endCxn id="4" idx="3"/>
          </p:cNvCxnSpPr>
          <p:nvPr/>
        </p:nvCxnSpPr>
        <p:spPr>
          <a:xfrm flipV="1">
            <a:off x="792678" y="3512003"/>
            <a:ext cx="7" cy="2329593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6C1BD52-B68F-BFAD-2908-DE581A0F8931}"/>
              </a:ext>
            </a:extLst>
          </p:cNvPr>
          <p:cNvCxnSpPr>
            <a:cxnSpLocks/>
            <a:stCxn id="61" idx="1"/>
            <a:endCxn id="8" idx="3"/>
          </p:cNvCxnSpPr>
          <p:nvPr/>
        </p:nvCxnSpPr>
        <p:spPr>
          <a:xfrm flipV="1">
            <a:off x="1830043" y="3512001"/>
            <a:ext cx="6045" cy="232959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1999BEA-5E6B-911A-5EA1-59A738A100B4}"/>
              </a:ext>
            </a:extLst>
          </p:cNvPr>
          <p:cNvCxnSpPr>
            <a:cxnSpLocks/>
            <a:stCxn id="65" idx="1"/>
            <a:endCxn id="11" idx="3"/>
          </p:cNvCxnSpPr>
          <p:nvPr/>
        </p:nvCxnSpPr>
        <p:spPr>
          <a:xfrm flipV="1">
            <a:off x="2879491" y="3512000"/>
            <a:ext cx="0" cy="232433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2F6990FF-772E-4E02-37E6-60BBFD2059BE}"/>
              </a:ext>
            </a:extLst>
          </p:cNvPr>
          <p:cNvSpPr txBox="1"/>
          <p:nvPr/>
        </p:nvSpPr>
        <p:spPr>
          <a:xfrm>
            <a:off x="1481552" y="5096152"/>
            <a:ext cx="446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01C1A24-BAD5-1346-2D36-8000C257744E}"/>
              </a:ext>
            </a:extLst>
          </p:cNvPr>
          <p:cNvSpPr txBox="1"/>
          <p:nvPr/>
        </p:nvSpPr>
        <p:spPr>
          <a:xfrm>
            <a:off x="2588900" y="5122380"/>
            <a:ext cx="3616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79CF737E-2899-698C-82DA-297FF7931096}"/>
              </a:ext>
            </a:extLst>
          </p:cNvPr>
          <p:cNvCxnSpPr>
            <a:cxnSpLocks/>
            <a:stCxn id="8" idx="4"/>
            <a:endCxn id="61" idx="0"/>
          </p:cNvCxnSpPr>
          <p:nvPr/>
        </p:nvCxnSpPr>
        <p:spPr>
          <a:xfrm flipH="1">
            <a:off x="2033690" y="3596354"/>
            <a:ext cx="6045" cy="216088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638D9B1-79F0-1B69-C2C7-EA0EACB6A073}"/>
              </a:ext>
            </a:extLst>
          </p:cNvPr>
          <p:cNvCxnSpPr>
            <a:cxnSpLocks/>
            <a:stCxn id="4" idx="4"/>
            <a:endCxn id="56" idx="0"/>
          </p:cNvCxnSpPr>
          <p:nvPr/>
        </p:nvCxnSpPr>
        <p:spPr>
          <a:xfrm flipH="1">
            <a:off x="996325" y="3596356"/>
            <a:ext cx="7" cy="216088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79DF246-92B6-E5C2-6496-78716B46110F}"/>
              </a:ext>
            </a:extLst>
          </p:cNvPr>
          <p:cNvCxnSpPr>
            <a:cxnSpLocks/>
            <a:stCxn id="11" idx="4"/>
            <a:endCxn id="65" idx="0"/>
          </p:cNvCxnSpPr>
          <p:nvPr/>
        </p:nvCxnSpPr>
        <p:spPr>
          <a:xfrm>
            <a:off x="3083138" y="3596353"/>
            <a:ext cx="0" cy="215563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734BD12-D93F-3E42-1B85-F7D88D212B69}"/>
              </a:ext>
            </a:extLst>
          </p:cNvPr>
          <p:cNvGrpSpPr/>
          <p:nvPr/>
        </p:nvGrpSpPr>
        <p:grpSpPr>
          <a:xfrm>
            <a:off x="3394785" y="1535069"/>
            <a:ext cx="575999" cy="576000"/>
            <a:chOff x="2292594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3F919CA0-2BAD-2989-813E-9BD9D291280D}"/>
                </a:ext>
              </a:extLst>
            </p:cNvPr>
            <p:cNvSpPr/>
            <p:nvPr/>
          </p:nvSpPr>
          <p:spPr>
            <a:xfrm>
              <a:off x="2292594" y="1019175"/>
              <a:ext cx="366273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AA41A39-4929-E04A-7B98-D34E8F4BF553}"/>
                </a:ext>
              </a:extLst>
            </p:cNvPr>
            <p:cNvSpPr txBox="1"/>
            <p:nvPr/>
          </p:nvSpPr>
          <p:spPr>
            <a:xfrm flipH="1">
              <a:off x="2391379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</a:t>
              </a:r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6C9940E-916B-FEE8-55D1-06E6D3D5DBDD}"/>
              </a:ext>
            </a:extLst>
          </p:cNvPr>
          <p:cNvCxnSpPr>
            <a:cxnSpLocks/>
            <a:stCxn id="11" idx="0"/>
            <a:endCxn id="124" idx="4"/>
          </p:cNvCxnSpPr>
          <p:nvPr/>
        </p:nvCxnSpPr>
        <p:spPr>
          <a:xfrm flipV="1">
            <a:off x="3083138" y="2111069"/>
            <a:ext cx="599647" cy="909284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C1B052C3-664F-DE7A-F783-C531214D9826}"/>
              </a:ext>
            </a:extLst>
          </p:cNvPr>
          <p:cNvCxnSpPr>
            <a:cxnSpLocks/>
            <a:stCxn id="4" idx="0"/>
            <a:endCxn id="124" idx="2"/>
          </p:cNvCxnSpPr>
          <p:nvPr/>
        </p:nvCxnSpPr>
        <p:spPr>
          <a:xfrm flipV="1">
            <a:off x="996326" y="1823069"/>
            <a:ext cx="2398459" cy="119728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6A04D9F8-7F8F-C502-785E-3B8E68D5509A}"/>
              </a:ext>
            </a:extLst>
          </p:cNvPr>
          <p:cNvCxnSpPr>
            <a:cxnSpLocks/>
            <a:stCxn id="8" idx="0"/>
            <a:endCxn id="124" idx="3"/>
          </p:cNvCxnSpPr>
          <p:nvPr/>
        </p:nvCxnSpPr>
        <p:spPr>
          <a:xfrm flipV="1">
            <a:off x="2039735" y="2026716"/>
            <a:ext cx="1439403" cy="993638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48430605-6A9D-0F76-44AB-0879C94D55D2}"/>
              </a:ext>
            </a:extLst>
          </p:cNvPr>
          <p:cNvCxnSpPr>
            <a:cxnSpLocks/>
            <a:stCxn id="15" idx="0"/>
            <a:endCxn id="124" idx="6"/>
          </p:cNvCxnSpPr>
          <p:nvPr/>
        </p:nvCxnSpPr>
        <p:spPr>
          <a:xfrm flipH="1" flipV="1">
            <a:off x="3970784" y="1823069"/>
            <a:ext cx="1227359" cy="120309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19660C07-4490-33B8-5639-73D9D943C233}"/>
              </a:ext>
            </a:extLst>
          </p:cNvPr>
          <p:cNvSpPr txBox="1"/>
          <p:nvPr/>
        </p:nvSpPr>
        <p:spPr>
          <a:xfrm>
            <a:off x="1068036" y="2487182"/>
            <a:ext cx="550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A8DE1F9-C013-33D3-2119-B2738FDDB785}"/>
              </a:ext>
            </a:extLst>
          </p:cNvPr>
          <p:cNvSpPr txBox="1"/>
          <p:nvPr/>
        </p:nvSpPr>
        <p:spPr>
          <a:xfrm>
            <a:off x="1901709" y="2511659"/>
            <a:ext cx="502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BC7D6D2-2895-01AD-79CD-D0CCC29F09EA}"/>
              </a:ext>
            </a:extLst>
          </p:cNvPr>
          <p:cNvSpPr txBox="1"/>
          <p:nvPr/>
        </p:nvSpPr>
        <p:spPr>
          <a:xfrm>
            <a:off x="2864164" y="2509067"/>
            <a:ext cx="403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281DAC5-8BC5-C6A1-24B0-D683D549D1C1}"/>
              </a:ext>
            </a:extLst>
          </p:cNvPr>
          <p:cNvSpPr txBox="1"/>
          <p:nvPr/>
        </p:nvSpPr>
        <p:spPr>
          <a:xfrm>
            <a:off x="4878789" y="2490248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Xtest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6F580F4-2EC5-B573-6AF7-A7D68505FF62}"/>
              </a:ext>
            </a:extLst>
          </p:cNvPr>
          <p:cNvCxnSpPr>
            <a:cxnSpLocks/>
            <a:stCxn id="22" idx="0"/>
            <a:endCxn id="15" idx="5"/>
          </p:cNvCxnSpPr>
          <p:nvPr/>
        </p:nvCxnSpPr>
        <p:spPr>
          <a:xfrm flipH="1" flipV="1">
            <a:off x="5401789" y="3517808"/>
            <a:ext cx="280720" cy="670409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91CE8D0-C8A2-63EE-E107-118B8A1A7C9F}"/>
              </a:ext>
            </a:extLst>
          </p:cNvPr>
          <p:cNvSpPr txBox="1"/>
          <p:nvPr/>
        </p:nvSpPr>
        <p:spPr>
          <a:xfrm>
            <a:off x="5462911" y="3458355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π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9A85D8-B746-D490-209B-A63F068474F3}"/>
              </a:ext>
            </a:extLst>
          </p:cNvPr>
          <p:cNvGrpSpPr/>
          <p:nvPr/>
        </p:nvGrpSpPr>
        <p:grpSpPr>
          <a:xfrm>
            <a:off x="5981744" y="3019627"/>
            <a:ext cx="635630" cy="576000"/>
            <a:chOff x="1659284" y="1019175"/>
            <a:chExt cx="404191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BAE5D47-4055-2D35-E6EF-2ED8B9711F15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4E91205-869D-8565-FED1-9FE11F5DE6A3}"/>
                </a:ext>
              </a:extLst>
            </p:cNvPr>
            <p:cNvSpPr txBox="1"/>
            <p:nvPr/>
          </p:nvSpPr>
          <p:spPr>
            <a:xfrm>
              <a:off x="1681340" y="1149172"/>
              <a:ext cx="38213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treat</a:t>
              </a:r>
              <a:endParaRPr lang="en-US" sz="1600" baseline="-250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BA73240-1C9E-FEBC-8275-5433F73BF240}"/>
              </a:ext>
            </a:extLst>
          </p:cNvPr>
          <p:cNvSpPr txBox="1"/>
          <p:nvPr/>
        </p:nvSpPr>
        <p:spPr>
          <a:xfrm>
            <a:off x="5478946" y="3043700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θ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F4BE1C3-1FA9-2595-41FF-9203EA0B8C45}"/>
              </a:ext>
            </a:extLst>
          </p:cNvPr>
          <p:cNvCxnSpPr>
            <a:cxnSpLocks/>
            <a:stCxn id="15" idx="7"/>
            <a:endCxn id="13" idx="1"/>
          </p:cNvCxnSpPr>
          <p:nvPr/>
        </p:nvCxnSpPr>
        <p:spPr>
          <a:xfrm flipV="1">
            <a:off x="5401789" y="3103980"/>
            <a:ext cx="664308" cy="6534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7B53C48-9DC7-3863-52FF-519456C547B0}"/>
              </a:ext>
            </a:extLst>
          </p:cNvPr>
          <p:cNvCxnSpPr>
            <a:cxnSpLocks/>
            <a:stCxn id="13" idx="0"/>
            <a:endCxn id="124" idx="7"/>
          </p:cNvCxnSpPr>
          <p:nvPr/>
        </p:nvCxnSpPr>
        <p:spPr>
          <a:xfrm flipH="1" flipV="1">
            <a:off x="3886431" y="1619422"/>
            <a:ext cx="2383313" cy="140020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9CCD99B4-D52B-F6DF-CBA2-5F645444472D}"/>
              </a:ext>
            </a:extLst>
          </p:cNvPr>
          <p:cNvSpPr txBox="1"/>
          <p:nvPr/>
        </p:nvSpPr>
        <p:spPr>
          <a:xfrm>
            <a:off x="5319668" y="2206170"/>
            <a:ext cx="776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B768649-6230-8AC9-C791-8CDDACB1C398}"/>
              </a:ext>
            </a:extLst>
          </p:cNvPr>
          <p:cNvGrpSpPr/>
          <p:nvPr/>
        </p:nvGrpSpPr>
        <p:grpSpPr>
          <a:xfrm>
            <a:off x="3373390" y="4189520"/>
            <a:ext cx="575996" cy="576000"/>
            <a:chOff x="1484849" y="1178204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F3ED290-28A0-9CA8-BCA7-38FCED16CA68}"/>
                </a:ext>
              </a:extLst>
            </p:cNvPr>
            <p:cNvSpPr/>
            <p:nvPr/>
          </p:nvSpPr>
          <p:spPr>
            <a:xfrm>
              <a:off x="1484849" y="1178204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7989DA1-8541-BE29-1E6C-DA1114A92DD7}"/>
                </a:ext>
              </a:extLst>
            </p:cNvPr>
            <p:cNvSpPr txBox="1"/>
            <p:nvPr/>
          </p:nvSpPr>
          <p:spPr>
            <a:xfrm>
              <a:off x="1491895" y="1305886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FN</a:t>
              </a:r>
              <a:endParaRPr lang="en-US" sz="1600" dirty="0"/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2A8A5F1-4F78-E87A-1C8D-F2AC06246B22}"/>
              </a:ext>
            </a:extLst>
          </p:cNvPr>
          <p:cNvCxnSpPr>
            <a:cxnSpLocks/>
            <a:stCxn id="87" idx="2"/>
            <a:endCxn id="47" idx="0"/>
          </p:cNvCxnSpPr>
          <p:nvPr/>
        </p:nvCxnSpPr>
        <p:spPr>
          <a:xfrm flipH="1">
            <a:off x="3661388" y="3913136"/>
            <a:ext cx="477684" cy="276384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E372F78-EDD7-CDCB-98A9-A91E5553E270}"/>
              </a:ext>
            </a:extLst>
          </p:cNvPr>
          <p:cNvSpPr txBox="1"/>
          <p:nvPr/>
        </p:nvSpPr>
        <p:spPr>
          <a:xfrm>
            <a:off x="3827815" y="3946440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AF7914D-8185-30FA-E3AD-6CECDB7B0D1C}"/>
              </a:ext>
            </a:extLst>
          </p:cNvPr>
          <p:cNvCxnSpPr>
            <a:cxnSpLocks/>
            <a:stCxn id="47" idx="4"/>
            <a:endCxn id="65" idx="7"/>
          </p:cNvCxnSpPr>
          <p:nvPr/>
        </p:nvCxnSpPr>
        <p:spPr>
          <a:xfrm flipH="1">
            <a:off x="3286785" y="4765520"/>
            <a:ext cx="374603" cy="107081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8A70E18-78D3-1551-685E-4BAD31162F3D}"/>
              </a:ext>
            </a:extLst>
          </p:cNvPr>
          <p:cNvCxnSpPr>
            <a:cxnSpLocks/>
            <a:stCxn id="47" idx="0"/>
            <a:endCxn id="124" idx="4"/>
          </p:cNvCxnSpPr>
          <p:nvPr/>
        </p:nvCxnSpPr>
        <p:spPr>
          <a:xfrm flipV="1">
            <a:off x="3661388" y="2111069"/>
            <a:ext cx="21397" cy="207845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933A04F9-659A-93DB-3E77-F0D1C9B58D13}"/>
              </a:ext>
            </a:extLst>
          </p:cNvPr>
          <p:cNvSpPr txBox="1"/>
          <p:nvPr/>
        </p:nvSpPr>
        <p:spPr>
          <a:xfrm>
            <a:off x="3185694" y="3750431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02ECC37-9185-7C49-E46F-89C40EDA0231}"/>
              </a:ext>
            </a:extLst>
          </p:cNvPr>
          <p:cNvSpPr txBox="1"/>
          <p:nvPr/>
        </p:nvSpPr>
        <p:spPr>
          <a:xfrm>
            <a:off x="3463819" y="5121276"/>
            <a:ext cx="589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1910DA7-C633-9002-D850-330B05F2F20A}"/>
              </a:ext>
            </a:extLst>
          </p:cNvPr>
          <p:cNvSpPr/>
          <p:nvPr/>
        </p:nvSpPr>
        <p:spPr>
          <a:xfrm>
            <a:off x="5394510" y="4188217"/>
            <a:ext cx="575998" cy="57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5A12FD-7C50-F5D3-461E-6F818597CCB9}"/>
              </a:ext>
            </a:extLst>
          </p:cNvPr>
          <p:cNvSpPr txBox="1"/>
          <p:nvPr/>
        </p:nvSpPr>
        <p:spPr>
          <a:xfrm>
            <a:off x="5396757" y="4324637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4</a:t>
            </a:r>
            <a:endParaRPr lang="en-US" sz="1600" baseline="-250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3F1855F-8CB1-791C-2FC4-436703127623}"/>
              </a:ext>
            </a:extLst>
          </p:cNvPr>
          <p:cNvCxnSpPr>
            <a:cxnSpLocks/>
            <a:stCxn id="22" idx="3"/>
            <a:endCxn id="47" idx="5"/>
          </p:cNvCxnSpPr>
          <p:nvPr/>
        </p:nvCxnSpPr>
        <p:spPr>
          <a:xfrm flipH="1">
            <a:off x="3865033" y="4679864"/>
            <a:ext cx="1613830" cy="1303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27783A7-3A1C-441C-4E28-E7B51031DD61}"/>
              </a:ext>
            </a:extLst>
          </p:cNvPr>
          <p:cNvSpPr txBox="1"/>
          <p:nvPr/>
        </p:nvSpPr>
        <p:spPr>
          <a:xfrm>
            <a:off x="4788720" y="4593099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6E1FFCD-8E31-3474-0F5F-7DAB371D2908}"/>
              </a:ext>
            </a:extLst>
          </p:cNvPr>
          <p:cNvSpPr txBox="1"/>
          <p:nvPr/>
        </p:nvSpPr>
        <p:spPr>
          <a:xfrm>
            <a:off x="4669009" y="3553616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BF81F32-8B3E-B694-3A6A-5A77F4C56950}"/>
              </a:ext>
            </a:extLst>
          </p:cNvPr>
          <p:cNvSpPr/>
          <p:nvPr/>
        </p:nvSpPr>
        <p:spPr>
          <a:xfrm>
            <a:off x="4139072" y="3625136"/>
            <a:ext cx="575998" cy="57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C182CC5-B8A2-6697-36A7-6B4A823CF6B8}"/>
              </a:ext>
            </a:extLst>
          </p:cNvPr>
          <p:cNvSpPr txBox="1"/>
          <p:nvPr/>
        </p:nvSpPr>
        <p:spPr>
          <a:xfrm>
            <a:off x="4166293" y="3746265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3</a:t>
            </a:r>
            <a:endParaRPr lang="en-US" sz="1600" baseline="-25000" dirty="0"/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E9555D9-BE66-AC90-AB4F-93422CF1168B}"/>
              </a:ext>
            </a:extLst>
          </p:cNvPr>
          <p:cNvCxnSpPr>
            <a:cxnSpLocks/>
            <a:stCxn id="15" idx="3"/>
            <a:endCxn id="87" idx="7"/>
          </p:cNvCxnSpPr>
          <p:nvPr/>
        </p:nvCxnSpPr>
        <p:spPr>
          <a:xfrm flipH="1">
            <a:off x="4630717" y="3517808"/>
            <a:ext cx="363780" cy="191681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7F991A16-C225-22AE-D5D2-4E50F9B1B11F}"/>
              </a:ext>
            </a:extLst>
          </p:cNvPr>
          <p:cNvSpPr/>
          <p:nvPr/>
        </p:nvSpPr>
        <p:spPr>
          <a:xfrm>
            <a:off x="5978435" y="1762032"/>
            <a:ext cx="575998" cy="57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3C98149-9835-0AA3-F744-752A2662DE04}"/>
              </a:ext>
            </a:extLst>
          </p:cNvPr>
          <p:cNvSpPr txBox="1"/>
          <p:nvPr/>
        </p:nvSpPr>
        <p:spPr>
          <a:xfrm>
            <a:off x="6003992" y="1872899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5</a:t>
            </a:r>
            <a:endParaRPr lang="en-US" sz="1600" baseline="-25000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1A8FA20E-8BD2-1E54-5E70-842773ECEF12}"/>
              </a:ext>
            </a:extLst>
          </p:cNvPr>
          <p:cNvCxnSpPr>
            <a:cxnSpLocks/>
            <a:stCxn id="13" idx="0"/>
            <a:endCxn id="127" idx="4"/>
          </p:cNvCxnSpPr>
          <p:nvPr/>
        </p:nvCxnSpPr>
        <p:spPr>
          <a:xfrm flipH="1" flipV="1">
            <a:off x="6266434" y="2338032"/>
            <a:ext cx="3310" cy="681595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AA7F2B31-20D8-A0E3-92CE-1F73E309383D}"/>
              </a:ext>
            </a:extLst>
          </p:cNvPr>
          <p:cNvSpPr txBox="1"/>
          <p:nvPr/>
        </p:nvSpPr>
        <p:spPr>
          <a:xfrm>
            <a:off x="5824908" y="1262851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ADB9A2F1-8A16-A29D-293B-E3D59CE8921F}"/>
              </a:ext>
            </a:extLst>
          </p:cNvPr>
          <p:cNvCxnSpPr>
            <a:cxnSpLocks/>
            <a:stCxn id="127" idx="3"/>
            <a:endCxn id="124" idx="7"/>
          </p:cNvCxnSpPr>
          <p:nvPr/>
        </p:nvCxnSpPr>
        <p:spPr>
          <a:xfrm flipH="1" flipV="1">
            <a:off x="3886431" y="1619422"/>
            <a:ext cx="2176357" cy="63425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EDC85644-0DBE-143B-A49B-A1143DF8FEBA}"/>
              </a:ext>
            </a:extLst>
          </p:cNvPr>
          <p:cNvSpPr txBox="1"/>
          <p:nvPr/>
        </p:nvSpPr>
        <p:spPr>
          <a:xfrm>
            <a:off x="5348118" y="1766590"/>
            <a:ext cx="776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T5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59C066B0-C403-C5D4-3E45-0233C31D034A}"/>
              </a:ext>
            </a:extLst>
          </p:cNvPr>
          <p:cNvCxnSpPr>
            <a:cxnSpLocks/>
            <a:stCxn id="87" idx="0"/>
            <a:endCxn id="124" idx="5"/>
          </p:cNvCxnSpPr>
          <p:nvPr/>
        </p:nvCxnSpPr>
        <p:spPr>
          <a:xfrm flipH="1" flipV="1">
            <a:off x="3886431" y="2026716"/>
            <a:ext cx="540640" cy="159842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CA5E03E7-243D-38CC-C077-1CF5D8E9E3D6}"/>
              </a:ext>
            </a:extLst>
          </p:cNvPr>
          <p:cNvSpPr txBox="1"/>
          <p:nvPr/>
        </p:nvSpPr>
        <p:spPr>
          <a:xfrm>
            <a:off x="4812932" y="4079230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T4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E69E52A-AD61-86BE-BC30-8D8C09078397}"/>
              </a:ext>
            </a:extLst>
          </p:cNvPr>
          <p:cNvSpPr txBox="1"/>
          <p:nvPr/>
        </p:nvSpPr>
        <p:spPr>
          <a:xfrm>
            <a:off x="3646413" y="2515803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T3</a:t>
            </a: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01C18E2-4686-C70A-4805-A190802A487B}"/>
              </a:ext>
            </a:extLst>
          </p:cNvPr>
          <p:cNvCxnSpPr>
            <a:cxnSpLocks/>
            <a:stCxn id="22" idx="4"/>
            <a:endCxn id="65" idx="6"/>
          </p:cNvCxnSpPr>
          <p:nvPr/>
        </p:nvCxnSpPr>
        <p:spPr>
          <a:xfrm flipH="1">
            <a:off x="3371138" y="4764217"/>
            <a:ext cx="2311371" cy="127576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4DE4D075-5095-17AB-0488-765E974D39E6}"/>
              </a:ext>
            </a:extLst>
          </p:cNvPr>
          <p:cNvSpPr txBox="1"/>
          <p:nvPr/>
        </p:nvSpPr>
        <p:spPr>
          <a:xfrm>
            <a:off x="4820826" y="5142620"/>
            <a:ext cx="589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T4</a:t>
            </a:r>
          </a:p>
        </p:txBody>
      </p: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C4C8E663-A29F-BD96-1421-D6AF87014515}"/>
              </a:ext>
            </a:extLst>
          </p:cNvPr>
          <p:cNvCxnSpPr>
            <a:cxnSpLocks/>
          </p:cNvCxnSpPr>
          <p:nvPr/>
        </p:nvCxnSpPr>
        <p:spPr>
          <a:xfrm rot="5400000">
            <a:off x="2260916" y="232446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0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052C253-866D-D067-6B42-9AC9D291DE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2345203"/>
              </p:ext>
            </p:extLst>
          </p:nvPr>
        </p:nvGraphicFramePr>
        <p:xfrm>
          <a:off x="598516" y="545465"/>
          <a:ext cx="11060083" cy="303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885">
                  <a:extLst>
                    <a:ext uri="{9D8B030D-6E8A-4147-A177-3AD203B41FA5}">
                      <a16:colId xmlns:a16="http://schemas.microsoft.com/office/drawing/2014/main" val="224850970"/>
                    </a:ext>
                  </a:extLst>
                </a:gridCol>
                <a:gridCol w="1997809">
                  <a:extLst>
                    <a:ext uri="{9D8B030D-6E8A-4147-A177-3AD203B41FA5}">
                      <a16:colId xmlns:a16="http://schemas.microsoft.com/office/drawing/2014/main" val="3425192722"/>
                    </a:ext>
                  </a:extLst>
                </a:gridCol>
                <a:gridCol w="1843348">
                  <a:extLst>
                    <a:ext uri="{9D8B030D-6E8A-4147-A177-3AD203B41FA5}">
                      <a16:colId xmlns:a16="http://schemas.microsoft.com/office/drawing/2014/main" val="1465604158"/>
                    </a:ext>
                  </a:extLst>
                </a:gridCol>
                <a:gridCol w="2580686">
                  <a:extLst>
                    <a:ext uri="{9D8B030D-6E8A-4147-A177-3AD203B41FA5}">
                      <a16:colId xmlns:a16="http://schemas.microsoft.com/office/drawing/2014/main" val="3749452903"/>
                    </a:ext>
                  </a:extLst>
                </a:gridCol>
                <a:gridCol w="1416390">
                  <a:extLst>
                    <a:ext uri="{9D8B030D-6E8A-4147-A177-3AD203B41FA5}">
                      <a16:colId xmlns:a16="http://schemas.microsoft.com/office/drawing/2014/main" val="3380083100"/>
                    </a:ext>
                  </a:extLst>
                </a:gridCol>
                <a:gridCol w="1532965">
                  <a:extLst>
                    <a:ext uri="{9D8B030D-6E8A-4147-A177-3AD203B41FA5}">
                      <a16:colId xmlns:a16="http://schemas.microsoft.com/office/drawing/2014/main" val="3864321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Infectiousness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Discharge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Mortality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Expression for Lambda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81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General 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beta</a:t>
                      </a:r>
                      <a:r>
                        <a:rPr lang="en-GB" baseline="-25000" dirty="0" err="1"/>
                        <a:t>I</a:t>
                      </a:r>
                      <a:endParaRPr lang="en-GB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</a:t>
                      </a:r>
                      <a:r>
                        <a:rPr lang="en-GB" baseline="-25000" dirty="0"/>
                        <a:t>T1</a:t>
                      </a:r>
                      <a:r>
                        <a:rPr lang="en-GB" dirty="0"/>
                        <a:t> = </a:t>
                      </a:r>
                      <a:r>
                        <a:rPr lang="en-GB" dirty="0" err="1"/>
                        <a:t>m</a:t>
                      </a:r>
                      <a:r>
                        <a:rPr lang="en-GB" baseline="-25000" dirty="0" err="1"/>
                        <a:t>I</a:t>
                      </a:r>
                      <a:endParaRPr lang="en-GB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Include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716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</a:t>
                      </a:r>
                      <a:r>
                        <a:rPr lang="en-GB" baseline="-25000" dirty="0"/>
                        <a:t>T2</a:t>
                      </a:r>
                      <a:r>
                        <a:rPr lang="en-GB" dirty="0"/>
                        <a:t> = m</a:t>
                      </a:r>
                      <a:r>
                        <a:rPr lang="en-GB" baseline="-250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Include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97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General 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beta</a:t>
                      </a:r>
                      <a:r>
                        <a:rPr lang="en-GB" baseline="-25000" dirty="0" err="1"/>
                        <a:t>I</a:t>
                      </a:r>
                      <a:endParaRPr lang="en-GB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</a:t>
                      </a:r>
                      <a:r>
                        <a:rPr lang="en-GB" baseline="-25000" dirty="0"/>
                        <a:t>T3</a:t>
                      </a:r>
                      <a:r>
                        <a:rPr lang="en-GB" dirty="0"/>
                        <a:t> = </a:t>
                      </a:r>
                      <a:r>
                        <a:rPr lang="en-GB" dirty="0" err="1"/>
                        <a:t>m</a:t>
                      </a:r>
                      <a:r>
                        <a:rPr lang="en-GB" baseline="-25000" dirty="0" err="1"/>
                        <a:t>I</a:t>
                      </a:r>
                      <a:endParaRPr lang="en-GB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Include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6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aseline="0" dirty="0" err="1"/>
                        <a:t>beta</a:t>
                      </a:r>
                      <a:r>
                        <a:rPr lang="en-GB" baseline="-25000" dirty="0" err="1"/>
                        <a:t>I</a:t>
                      </a:r>
                      <a:r>
                        <a:rPr lang="en-GB" baseline="0" dirty="0"/>
                        <a:t> * </a:t>
                      </a:r>
                      <a:r>
                        <a:rPr lang="en-GB" baseline="0" dirty="0" err="1"/>
                        <a:t>beta_mult_isolated</a:t>
                      </a:r>
                      <a:endParaRPr lang="en-GB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1/</a:t>
                      </a:r>
                      <a:r>
                        <a:rPr lang="en-GB" dirty="0" err="1"/>
                        <a:t>losFN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</a:t>
                      </a:r>
                      <a:r>
                        <a:rPr lang="en-GB" baseline="-25000" dirty="0"/>
                        <a:t>T4</a:t>
                      </a:r>
                      <a:r>
                        <a:rPr lang="en-GB" dirty="0"/>
                        <a:t> = </a:t>
                      </a:r>
                      <a:r>
                        <a:rPr lang="en-GB" dirty="0" err="1"/>
                        <a:t>m</a:t>
                      </a:r>
                      <a:r>
                        <a:rPr lang="en-GB" baseline="-25000" dirty="0" err="1"/>
                        <a:t>I</a:t>
                      </a:r>
                      <a:endParaRPr lang="en-GB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Include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475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</a:t>
                      </a:r>
                      <a:r>
                        <a:rPr lang="en-GB" baseline="-25000" dirty="0"/>
                        <a:t>T5</a:t>
                      </a:r>
                      <a:r>
                        <a:rPr lang="en-GB" dirty="0"/>
                        <a:t> = m</a:t>
                      </a:r>
                      <a:r>
                        <a:rPr lang="en-GB" baseline="-250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Include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59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84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DD8BB4DF86A943BBC55C25BB137C68" ma:contentTypeVersion="17" ma:contentTypeDescription="Create a new document." ma:contentTypeScope="" ma:versionID="238741a5233370d3f2b39ebf759b0390">
  <xsd:schema xmlns:xsd="http://www.w3.org/2001/XMLSchema" xmlns:xs="http://www.w3.org/2001/XMLSchema" xmlns:p="http://schemas.microsoft.com/office/2006/metadata/properties" xmlns:ns3="d2e7d39c-a66a-4cbc-8c83-ff54e43165d5" xmlns:ns4="daeedcda-0288-492d-a574-d0ce5f6cb493" targetNamespace="http://schemas.microsoft.com/office/2006/metadata/properties" ma:root="true" ma:fieldsID="d5772c75380b8bf94ecc96a9d38ba2c1" ns3:_="" ns4:_="">
    <xsd:import namespace="d2e7d39c-a66a-4cbc-8c83-ff54e43165d5"/>
    <xsd:import namespace="daeedcda-0288-492d-a574-d0ce5f6cb49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e7d39c-a66a-4cbc-8c83-ff54e43165d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eedcda-0288-492d-a574-d0ce5f6cb4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eedcda-0288-492d-a574-d0ce5f6cb493" xsi:nil="true"/>
  </documentManagement>
</p:properties>
</file>

<file path=customXml/itemProps1.xml><?xml version="1.0" encoding="utf-8"?>
<ds:datastoreItem xmlns:ds="http://schemas.openxmlformats.org/officeDocument/2006/customXml" ds:itemID="{672B5FBF-51D6-4059-ABF5-70935E50905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36064D-6583-40DC-A3AC-EAC598A68C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e7d39c-a66a-4cbc-8c83-ff54e43165d5"/>
    <ds:schemaRef ds:uri="daeedcda-0288-492d-a574-d0ce5f6cb4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58460B-E157-4AE5-B627-357A5CE467F8}">
  <ds:schemaRefs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daeedcda-0288-492d-a574-d0ce5f6cb493"/>
    <ds:schemaRef ds:uri="d2e7d39c-a66a-4cbc-8c83-ff54e43165d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3337</TotalTime>
  <Words>1596</Words>
  <Application>Microsoft Office PowerPoint</Application>
  <PresentationFormat>Widescreen</PresentationFormat>
  <Paragraphs>659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UK Health Security Agency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Fellowes</dc:creator>
  <cp:lastModifiedBy>Laura Fellowes</cp:lastModifiedBy>
  <cp:revision>10</cp:revision>
  <dcterms:created xsi:type="dcterms:W3CDTF">2026-04-22T10:44:57Z</dcterms:created>
  <dcterms:modified xsi:type="dcterms:W3CDTF">2026-10-15T17:52:06Z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0x01010064DD8BB4DF86A943BBC55C25BB137C68</vt:lpwstr>
  </property>
</Properties>
</file>